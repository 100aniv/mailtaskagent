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e84a8503d141a7" /><Relationship Type="http://schemas.openxmlformats.org/officeDocument/2006/relationships/extended-properties" Target="/docProps/app.xml" Id="R8455fc2b121c4bd5" /><Relationship Type="http://schemas.openxmlformats.org/officeDocument/2006/relationships/officeDocument" Target="/ppt/presentation.xml" Id="Rdafa31620fa544fe" /></Relationships>
</file>

<file path=ppt/presentation.xml><?xml version="1.0" encoding="utf-8"?>
<p:presentation xmlns:p="http://schemas.openxmlformats.org/presentationml/2006/main">
  <p:sldMasterIdLst>
    <p:sldMasterId xmlns:r="http://schemas.openxmlformats.org/officeDocument/2006/relationships" id="2147483648" r:id="R1ece40f1d70b483a"/>
  </p:sldMasterIdLst>
  <p:notesMasterIdLst>
    <p:notesMasterId xmlns:r="http://schemas.openxmlformats.org/officeDocument/2006/relationships" r:id="Rb637b666397a4b4e"/>
  </p:notesMasterIdLst>
  <p:sldIdLst>
    <p:sldId xmlns:r="http://schemas.openxmlformats.org/officeDocument/2006/relationships" id="256" r:id="Radb904423e0e4fda"/>
    <p:sldId xmlns:r="http://schemas.openxmlformats.org/officeDocument/2006/relationships" id="257" r:id="R539e3f979d3c4465"/>
    <p:sldId xmlns:r="http://schemas.openxmlformats.org/officeDocument/2006/relationships" id="258" r:id="R71416bab2b55442f"/>
    <p:sldId xmlns:r="http://schemas.openxmlformats.org/officeDocument/2006/relationships" id="259" r:id="Rd1193541fd2045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da49b8ee6b40a7" /><Relationship Type="http://schemas.openxmlformats.org/officeDocument/2006/relationships/slideMaster" Target="/ppt/slideMasters/slideMaster1.xml" Id="R1ece40f1d70b483a" /><Relationship Type="http://schemas.openxmlformats.org/officeDocument/2006/relationships/notesMaster" Target="/ppt/notesMasters/notesMaster1.xml" Id="Rb637b666397a4b4e" /><Relationship Type="http://schemas.openxmlformats.org/officeDocument/2006/relationships/presProps" Target="/ppt/presProps.xml" Id="R96f5c526250a4057" /><Relationship Type="http://schemas.openxmlformats.org/officeDocument/2006/relationships/tableStyles" Target="/ppt/tableStyles.xml" Id="R013400a9d1564068" /><Relationship Type="http://schemas.openxmlformats.org/officeDocument/2006/relationships/slide" Target="/ppt/slides/slide1.xml" Id="Radb904423e0e4fda" /><Relationship Type="http://schemas.openxmlformats.org/officeDocument/2006/relationships/slide" Target="/ppt/slides/slide2.xml" Id="R539e3f979d3c4465" /><Relationship Type="http://schemas.openxmlformats.org/officeDocument/2006/relationships/slide" Target="/ppt/slides/slide3.xml" Id="R71416bab2b55442f" /><Relationship Type="http://schemas.openxmlformats.org/officeDocument/2006/relationships/slide" Target="/ppt/slides/slide4.xml" Id="Rd1193541fd2045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a1137ffeab44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87596d29734e8b" /><Relationship Type="http://schemas.openxmlformats.org/officeDocument/2006/relationships/notesMaster" Target="/ppt/notesMasters/notesMaster1.xml" Id="R7a61747c8a364f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5e6377ee654074" /><Relationship Type="http://schemas.openxmlformats.org/officeDocument/2006/relationships/notesMaster" Target="/ppt/notesMasters/notesMaster1.xml" Id="Rd9ae546f77544b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5a4c4aef7247f1" /><Relationship Type="http://schemas.openxmlformats.org/officeDocument/2006/relationships/notesMaster" Target="/ppt/notesMasters/notesMaster1.xml" Id="Ra979faeffe8c41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ccf0f4914f481e" /><Relationship Type="http://schemas.openxmlformats.org/officeDocument/2006/relationships/notesMaster" Target="/ppt/notesMasters/notesMaster1.xml" Id="R9166435d3f564d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문제를 좁히면 이렇습니다. 하나의 업무가 여러 메일과 여러 Thread에 흩어져 도착하고, 기한 변경이나 자료 회신 같은 후속 메일은 표현이 매번 달라집니다. 사용자는 그때마다 과거 메일을 다시 찾아 이 메일이 새 업무인지 기존 업무의 변경인지 판단해야 합니다.</a:t>
            </a:r>
          </a:p>
          <a:p xmlns:a="http://schemas.openxmlformats.org/drawingml/2006/main">
            <a:r>
              <a:t/>
            </a:r>
          </a:p>
          <a:p xmlns:a="http://schemas.openxmlformats.org/drawingml/2006/main">
            <a:r>
              <a:t>가운데 흐름은 왼쪽부터 읽으시면 됩니다. 메일을 관찰하고, 의미를 구조화하고, 기존 업무와의 관계를 판단하고, 위험한 실행은 막고, 결과를 기억합니다. 이 다섯 단계가 뒤에 나올 M-01부터 M-05까지에 그대로 대응합니다.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왜 규칙만으로 부족했는지부터 말씀드리겠습니다. 같은 업무라도 답장이 아니라 새 메일로 오면 Thread가 끊기고 제목과 표현이 바뀝니다. 제목 Token 규칙은 이 경우를 구분하지 못했습니다. 이 차이를 테스트로 고정해 두었습니다. Thread도 다르고 어휘도 겹치지 않는 동일 업무에서 규칙 경로는 사용자 확인으로 멈추고, Agent 경로는 올바른 기존 업무를 찾아 갱신합니다.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Case는 엘엘엠 출력이 회차마다 달라져서 각 설정을 세 번씩 돌렸습니다. 통과 수는 켠 쪽이 삼, 사, 삼이고 끈 쪽이 삼, 이, 삼이라 한 회차 숫자를 결론으로 쓰지 않았습니다. 대신 엘엘엠을 호출하지 않는 결정론적 경로에서도 같은 비교를 했고, 거기서는 켠 쪽 사 대 사, 끈 쪽 삼 대 사로 갈립니다. 실패하는 케이스와 실패하는 방식까지 같습니다. 요청자가 같고 대상 시스템만 다른 유사 업무가 둘 있을 때, 단일 결론 경로는 둘 중 하나에 그대로 연결하고, 두 단계 경로는 사용자 확인으로 닫습니다. 회차 변동이 없는 경로에서 재현되니까, 이 차이는 모델 출력 운이 아니라 판단 구조의 차이라고 말할 수 있습니다. 제가 개선했다고 말하는 범위는 이 한 건입니다.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반대로 개선되지 않은 것도 말씀드리겠습니다. 검색 결과 안에 명령을 심어 둔 Case는 두 설정 모두에서 흔들렸습니다. 켠 쪽이 세 번 중 한 번, 끈 쪽이 세 번 중 두 번 통과했습니다. 실패한 회차는 모두 무시로 끝났는데, 심어진 명령을 실행하지 않는다는 점에서는 안전하지만 저희 기준은 사람에게 넘기는 것이라 실패로 셌습니다. 이 변동은 숙고의 효과로도 부작용으로도 말하지 않습니다. 화면의 신뢰도와 지지도 역시 모델의 자기보고 값이지 검증된 정답 확률이 아닙니다.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d975f05aa34a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b7d138db4f4514" /><Relationship Type="http://schemas.openxmlformats.org/officeDocument/2006/relationships/slideLayout" Target="/ppt/slideLayouts/slideLayout1.xml" Id="Rad53b6b2db6f42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53b6b2db6f42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e42b1d4c3c4836" /><Relationship Type="http://schemas.openxmlformats.org/officeDocument/2006/relationships/notesSlide" Target="/ppt/notesSlides/notesSlide1.xml" Id="Ra0f5000df5164d7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9028e0b3c6b48e0" /><Relationship Type="http://schemas.openxmlformats.org/officeDocument/2006/relationships/notesSlide" Target="/ppt/notesSlides/notesSlide2.xml" Id="R04c65190edbd4f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b917696f0c4aeb" /><Relationship Type="http://schemas.openxmlformats.org/officeDocument/2006/relationships/notesSlide" Target="/ppt/notesSlides/notesSlide3.xml" Id="R6e1a306631b14b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de8643a106a43ed" /><Relationship Type="http://schemas.openxmlformats.org/officeDocument/2006/relationships/notesSlide" Target="/ppt/notesSlides/notesSlide4.xml" Id="R465ada1bbc4f4ad1"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08FBDF-CB90-4C74-A050-65DFE4AA3341}"/>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081F9D-49E2-4F5C-93BC-674C95876C69}"/>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D2249088-3FB9-453D-A96A-8B9FD1867BEE}"/>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2579C8FA-C882-4FA7-8DA2-A75738F1EB42}"/>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906B8096-0987-4489-8E8F-51DAE484DD12}"/>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0D4A90-DDD6-435D-9DC3-C5CCD2DE32AD}"/>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28DCA238-10DF-4B8C-87C8-83B298081805}"/>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9DA3E97B-1730-49D9-B798-C1B74A73C9FD}"/>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20133411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4665648A-0A3A-43CB-A6E6-A8C0B16EAE31}"/>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E26F1D-D996-434F-9F61-9D40CD1AF17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8D61DFF0-039F-4B07-8A9B-4631F38F5D9D}"/>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AFCC95-49B7-4884-9188-33DEC65BC4E3}"/>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B2376A46-4701-4DAF-9372-6C9303C8FC7F}"/>
              </a:ext>
            </a:extLst>
          </p:cNvPr>
          <p:cNvSpPr>
            <a:spLocks xmlns:a="http://schemas.openxmlformats.org/drawingml/2006/main" noGrp="1"/>
          </p:cNvSpPr>
          <p:nvPr/>
        </p:nvSpPr>
        <p:spPr>
          <a:xfrm xmlns:a="http://schemas.openxmlformats.org/drawingml/2006/main">
            <a:off x="571500" y="1238250"/>
            <a:ext cx="762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lgn="l">
              <a:defRPr sz="1800" b="1">
                <a:solidFill>
                  <a:srgbClr val="1769E0"/>
                </a:solidFill>
                <a:latin typeface="Malgun Gothic"/>
                <a:ea typeface="Malgun Gothic"/>
                <a:cs typeface="Malgun Gothic"/>
              </a:defRPr>
            </a:pPr>
            <a:r>
              <a:rPr sz="1800" b="1">
                <a:solidFill>
                  <a:srgbClr val="1769E0"/>
                </a:solidFill>
                <a:latin typeface="Malgun Gothic"/>
                <a:ea typeface="Malgun Gothic"/>
                <a:cs typeface="Malgun Gothic"/>
              </a:rPr>
              <a:t>메일함에서 놓치기 쉬운 요청을 Task Lifecycle로 관리</a:t>
            </a:r>
          </a:p>
        </p:txBody>
      </p:sp>
      <p:sp>
        <p:nvSpPr>
          <p:cNvPr id="6" name="">
            <a:extLst xmlns:a="http://schemas.openxmlformats.org/drawingml/2006/main">
              <a:ext uri="{FF2B5EF4-FFF2-40B4-BE49-F238E27FC236}">
                <a16:creationId xmlns:a16="http://schemas.microsoft.com/office/drawing/2014/main" id="{F685CFB3-3673-4257-A896-98E6FE573CC6}"/>
              </a:ext>
            </a:extLst>
          </p:cNvPr>
          <p:cNvSpPr>
            <a:spLocks xmlns:a="http://schemas.openxmlformats.org/drawingml/2006/main" noGrp="1"/>
          </p:cNvSpPr>
          <p:nvPr/>
        </p:nvSpPr>
        <p:spPr>
          <a:xfrm xmlns:a="http://schemas.openxmlformats.org/drawingml/2006/main">
            <a:off x="571500" y="16002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657187"/>
                </a:solidFill>
                <a:latin typeface="Malgun Gothic"/>
                <a:ea typeface="Malgun Gothic"/>
                <a:cs typeface="Malgun Gothic"/>
              </a:defRPr>
            </a:pPr>
            <a:r>
              <a:rPr sz="1350" b="0">
                <a:solidFill>
                  <a:srgbClr val="657187"/>
                </a:solidFill>
                <a:latin typeface="Malgun Gothic"/>
                <a:ea typeface="Malgun Gothic"/>
                <a:cs typeface="Malgun Gothic"/>
              </a:rPr>
              <a:t>수작업 전환 누락과 후속 메일 추적 부담을 줄이고, 위험한 변경은 사용자 승인 뒤 반영합니다.</a:t>
            </a:r>
          </a:p>
        </p:txBody>
      </p:sp>
      <p:sp>
        <p:nvSpPr>
          <p:cNvPr id="7" name="">
            <a:extLst xmlns:a="http://schemas.openxmlformats.org/drawingml/2006/main">
              <a:ext uri="{FF2B5EF4-FFF2-40B4-BE49-F238E27FC236}">
                <a16:creationId xmlns:a16="http://schemas.microsoft.com/office/drawing/2014/main" id="{820718F0-206B-4B89-AFAB-4E8361EC7D82}"/>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EA8CEBC2-1097-40DF-9B22-2BD6908CFA43}"/>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D41680D-2E22-4704-ADC3-85B61DC933DD}"/>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메일 관찰</a:t>
            </a:r>
          </a:p>
        </p:txBody>
      </p:sp>
      <p:sp>
        <p:nvSpPr>
          <p:cNvPr id="10" name="">
            <a:extLst xmlns:a="http://schemas.openxmlformats.org/drawingml/2006/main">
              <a:ext uri="{FF2B5EF4-FFF2-40B4-BE49-F238E27FC236}">
                <a16:creationId xmlns:a16="http://schemas.microsoft.com/office/drawing/2014/main" id="{71126D52-349A-4747-8E0E-52DD316D8179}"/>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수신·발신</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Thread와 참여자</a:t>
            </a:r>
          </a:p>
        </p:txBody>
      </p:sp>
      <p:sp>
        <p:nvSpPr>
          <p:cNvPr id="11" name="">
            <a:extLst xmlns:a="http://schemas.openxmlformats.org/drawingml/2006/main">
              <a:ext uri="{FF2B5EF4-FFF2-40B4-BE49-F238E27FC236}">
                <a16:creationId xmlns:a16="http://schemas.microsoft.com/office/drawing/2014/main" id="{C2BEDEDA-ABAF-40AC-A1D4-8BE36D3F604B}"/>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9E19D9-BE16-49F6-AE44-8917E8ED8818}"/>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26974091-ADEB-44C1-B0EA-332BB073142A}"/>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662049C-7208-4C2B-B0CC-ACE58F32B74A}"/>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의미 분석</a:t>
            </a:r>
          </a:p>
        </p:txBody>
      </p:sp>
      <p:sp>
        <p:nvSpPr>
          <p:cNvPr id="15" name="">
            <a:extLst xmlns:a="http://schemas.openxmlformats.org/drawingml/2006/main">
              <a:ext uri="{FF2B5EF4-FFF2-40B4-BE49-F238E27FC236}">
                <a16:creationId xmlns:a16="http://schemas.microsoft.com/office/drawing/2014/main" id="{2A12CC0C-86EA-4FF2-B50B-2841A38FB4ED}"/>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요청·기한·Intent</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회사 LLM 구조화</a:t>
            </a:r>
          </a:p>
        </p:txBody>
      </p:sp>
      <p:sp>
        <p:nvSpPr>
          <p:cNvPr id="16" name="">
            <a:extLst xmlns:a="http://schemas.openxmlformats.org/drawingml/2006/main">
              <a:ext uri="{FF2B5EF4-FFF2-40B4-BE49-F238E27FC236}">
                <a16:creationId xmlns:a16="http://schemas.microsoft.com/office/drawing/2014/main" id="{DEE09F92-1825-4A1F-936E-B4788F4E7D74}"/>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AD612AC-1547-4EA5-A167-2D93CCFCE3B9}"/>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1E45ABEA-0E6B-4595-A768-88F00FE2EB75}"/>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215C771-4185-4C84-B85F-D2A17669A13B}"/>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관계 판단</a:t>
            </a:r>
          </a:p>
        </p:txBody>
      </p:sp>
      <p:sp>
        <p:nvSpPr>
          <p:cNvPr id="20" name="">
            <a:extLst xmlns:a="http://schemas.openxmlformats.org/drawingml/2006/main">
              <a:ext uri="{FF2B5EF4-FFF2-40B4-BE49-F238E27FC236}">
                <a16:creationId xmlns:a16="http://schemas.microsoft.com/office/drawing/2014/main" id="{F9F58620-8099-448D-B39C-124CCA6CF8A3}"/>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 Context RAG</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Action Proposal</a:t>
            </a:r>
          </a:p>
        </p:txBody>
      </p:sp>
      <p:sp>
        <p:nvSpPr>
          <p:cNvPr id="21" name="">
            <a:extLst xmlns:a="http://schemas.openxmlformats.org/drawingml/2006/main">
              <a:ext uri="{FF2B5EF4-FFF2-40B4-BE49-F238E27FC236}">
                <a16:creationId xmlns:a16="http://schemas.microsoft.com/office/drawing/2014/main" id="{B74180D5-9B56-4077-8BC5-17CF3F1033DC}"/>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3FEC0BF-7C1B-4230-BCFC-76D4183CCC53}"/>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392FD129-823A-4827-AA53-B9B3FBF80E40}"/>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A91466B-7244-4229-AAC6-B3A0C0DAEAFE}"/>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안전 실행</a:t>
            </a:r>
          </a:p>
        </p:txBody>
      </p:sp>
      <p:sp>
        <p:nvSpPr>
          <p:cNvPr id="25" name="">
            <a:extLst xmlns:a="http://schemas.openxmlformats.org/drawingml/2006/main">
              <a:ext uri="{FF2B5EF4-FFF2-40B4-BE49-F238E27FC236}">
                <a16:creationId xmlns:a16="http://schemas.microsoft.com/office/drawing/2014/main" id="{8303B191-89CE-4F7B-9324-C372B77EF26B}"/>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Python Guard</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필요 시 회신·승인</a:t>
            </a:r>
          </a:p>
        </p:txBody>
      </p:sp>
      <p:sp>
        <p:nvSpPr>
          <p:cNvPr id="26" name="">
            <a:extLst xmlns:a="http://schemas.openxmlformats.org/drawingml/2006/main">
              <a:ext uri="{FF2B5EF4-FFF2-40B4-BE49-F238E27FC236}">
                <a16:creationId xmlns:a16="http://schemas.microsoft.com/office/drawing/2014/main" id="{8B199CC9-4449-4114-8B13-3DB2BEB47CD4}"/>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1CC317B-73F2-426A-85D5-0191FB9678E0}"/>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3565D1EC-9B22-4C2D-BB98-B32B786096CD}"/>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007FADF-52B6-42DC-8F52-C6D21A4428F5}"/>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결과 기억</a:t>
            </a:r>
          </a:p>
        </p:txBody>
      </p:sp>
      <p:sp>
        <p:nvSpPr>
          <p:cNvPr id="30" name="">
            <a:extLst xmlns:a="http://schemas.openxmlformats.org/drawingml/2006/main">
              <a:ext uri="{FF2B5EF4-FFF2-40B4-BE49-F238E27FC236}">
                <a16:creationId xmlns:a16="http://schemas.microsoft.com/office/drawing/2014/main" id="{2322E08A-0951-48B1-97E5-CF8D26AB7ECF}"/>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발송·후속 Mail</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Task·History·Trace</a:t>
            </a:r>
          </a:p>
        </p:txBody>
      </p:sp>
      <p:sp>
        <p:nvSpPr>
          <p:cNvPr id="31" name="">
            <a:extLst xmlns:a="http://schemas.openxmlformats.org/drawingml/2006/main">
              <a:ext uri="{FF2B5EF4-FFF2-40B4-BE49-F238E27FC236}">
                <a16:creationId xmlns:a16="http://schemas.microsoft.com/office/drawing/2014/main" id="{060B5122-F250-4ABA-9634-465488A80892}"/>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F579F758-578E-4B81-9CAF-1F963786CDE5}"/>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B8D655D8-69BA-42F3-937B-8B97C90EEC71}"/>
              </a:ext>
            </a:extLst>
          </p:cNvPr>
          <p:cNvSpPr>
            <a:spLocks xmlns:a="http://schemas.openxmlformats.org/drawingml/2006/main" noGrp="1"/>
          </p:cNvSpPr>
          <p:nvPr/>
        </p:nvSpPr>
        <p:spPr>
          <a:xfrm xmlns:a="http://schemas.openxmlformats.org/drawingml/2006/main">
            <a:off x="571500" y="4295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62BAC110-5F0A-42B4-8087-F43F3682D09C}"/>
              </a:ext>
            </a:extLst>
          </p:cNvPr>
          <p:cNvSpPr>
            <a:spLocks xmlns:a="http://schemas.openxmlformats.org/drawingml/2006/main" noGrp="1"/>
          </p:cNvSpPr>
          <p:nvPr/>
        </p:nvSpPr>
        <p:spPr>
          <a:xfrm xmlns:a="http://schemas.openxmlformats.org/drawingml/2006/main">
            <a:off x="5715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018C6078-A6A5-46E1-988E-A83CE4C09F19}"/>
              </a:ext>
            </a:extLst>
          </p:cNvPr>
          <p:cNvSpPr>
            <a:spLocks xmlns:a="http://schemas.openxmlformats.org/drawingml/2006/main" noGrp="1"/>
          </p:cNvSpPr>
          <p:nvPr/>
        </p:nvSpPr>
        <p:spPr>
          <a:xfrm xmlns:a="http://schemas.openxmlformats.org/drawingml/2006/main">
            <a:off x="5715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71C5ADBE-96F7-472C-A116-E2CA165ADAB8}"/>
              </a:ext>
            </a:extLst>
          </p:cNvPr>
          <p:cNvSpPr>
            <a:spLocks xmlns:a="http://schemas.openxmlformats.org/drawingml/2006/main" noGrp="1"/>
          </p:cNvSpPr>
          <p:nvPr/>
        </p:nvSpPr>
        <p:spPr>
          <a:xfrm xmlns:a="http://schemas.openxmlformats.org/drawingml/2006/main">
            <a:off x="321945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346799FE-A17E-4D92-97C3-C6823B91DCF6}"/>
              </a:ext>
            </a:extLst>
          </p:cNvPr>
          <p:cNvSpPr>
            <a:spLocks xmlns:a="http://schemas.openxmlformats.org/drawingml/2006/main" noGrp="1"/>
          </p:cNvSpPr>
          <p:nvPr/>
        </p:nvSpPr>
        <p:spPr>
          <a:xfrm xmlns:a="http://schemas.openxmlformats.org/drawingml/2006/main">
            <a:off x="321945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E9798D19-81A2-48A0-B9BC-71D4EB41F32E}"/>
              </a:ext>
            </a:extLst>
          </p:cNvPr>
          <p:cNvSpPr>
            <a:spLocks xmlns:a="http://schemas.openxmlformats.org/drawingml/2006/main" noGrp="1"/>
          </p:cNvSpPr>
          <p:nvPr/>
        </p:nvSpPr>
        <p:spPr>
          <a:xfrm xmlns:a="http://schemas.openxmlformats.org/drawingml/2006/main">
            <a:off x="58674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6D3A3038-6040-4353-B666-03949FF14679}"/>
              </a:ext>
            </a:extLst>
          </p:cNvPr>
          <p:cNvSpPr>
            <a:spLocks xmlns:a="http://schemas.openxmlformats.org/drawingml/2006/main" noGrp="1"/>
          </p:cNvSpPr>
          <p:nvPr/>
        </p:nvSpPr>
        <p:spPr>
          <a:xfrm xmlns:a="http://schemas.openxmlformats.org/drawingml/2006/main">
            <a:off x="58674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12DE2C93-5A10-4BB5-8453-7F76EACED356}"/>
              </a:ext>
            </a:extLst>
          </p:cNvPr>
          <p:cNvSpPr>
            <a:spLocks xmlns:a="http://schemas.openxmlformats.org/drawingml/2006/main" noGrp="1"/>
          </p:cNvSpPr>
          <p:nvPr/>
        </p:nvSpPr>
        <p:spPr>
          <a:xfrm xmlns:a="http://schemas.openxmlformats.org/drawingml/2006/main">
            <a:off x="8572500" y="462915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18"/>
          </a:bodyPr>
          <a:lstStyle xmlns:a="http://schemas.openxmlformats.org/drawingml/2006/main"/>
          <a:p xmlns:a="http://schemas.openxmlformats.org/drawingml/2006/main">
            <a:pPr algn="r">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보조 검증  |  pytest 214 passed  ·  중복 재조회 35/35</a:t>
            </a:r>
          </a:p>
        </p:txBody>
      </p:sp>
      <p:sp>
        <p:nvSpPr>
          <p:cNvPr id="41" name="">
            <a:extLst xmlns:a="http://schemas.openxmlformats.org/drawingml/2006/main">
              <a:ext uri="{FF2B5EF4-FFF2-40B4-BE49-F238E27FC236}">
                <a16:creationId xmlns:a16="http://schemas.microsoft.com/office/drawing/2014/main" id="{FD40E817-7F82-44CC-933A-F8B845649DE4}"/>
              </a:ext>
            </a:extLst>
          </p:cNvPr>
          <p:cNvSpPr>
            <a:spLocks xmlns:a="http://schemas.openxmlformats.org/drawingml/2006/main" noGrp="1"/>
          </p:cNvSpPr>
          <p:nvPr/>
        </p:nvSpPr>
        <p:spPr>
          <a:xfrm xmlns:a="http://schemas.openxmlformats.org/drawingml/2006/main">
            <a:off x="8572500" y="4914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524"/>
          </a:bodyPr>
          <a:lstStyle xmlns:a="http://schemas.openxmlformats.org/drawingml/2006/main"/>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Reply Planning 3/3  ·  Draft 1/1</a:t>
            </a:r>
          </a:p>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사용자 승인 실제 Gmail 발송 1건</a:t>
            </a:r>
          </a:p>
        </p:txBody>
      </p:sp>
      <p:sp>
        <p:nvSpPr>
          <p:cNvPr id="42" name="">
            <a:extLst xmlns:a="http://schemas.openxmlformats.org/drawingml/2006/main">
              <a:ext uri="{FF2B5EF4-FFF2-40B4-BE49-F238E27FC236}">
                <a16:creationId xmlns:a16="http://schemas.microsoft.com/office/drawing/2014/main" id="{8AA1CD72-0528-4B96-9849-289F0A9B87D2}"/>
              </a:ext>
            </a:extLst>
          </p:cNvPr>
          <p:cNvSpPr>
            <a:spLocks xmlns:a="http://schemas.openxmlformats.org/drawingml/2006/main" noGrp="1"/>
          </p:cNvSpPr>
          <p:nvPr/>
        </p:nvSpPr>
        <p:spPr>
          <a:xfrm xmlns:a="http://schemas.openxmlformats.org/drawingml/2006/main">
            <a:off x="8572500" y="53149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r">
              <a:defRPr sz="900" b="0">
                <a:solidFill>
                  <a:srgbClr val="657187"/>
                </a:solidFill>
                <a:latin typeface="Malgun Gothic"/>
                <a:ea typeface="Malgun Gothic"/>
                <a:cs typeface="Malgun Gothic"/>
              </a:defRPr>
            </a:pPr>
            <a:r>
              <a:rPr sz="900" b="0">
                <a:solidFill>
                  <a:srgbClr val="657187"/>
                </a:solidFill>
                <a:latin typeface="Malgun Gothic"/>
                <a:ea typeface="Malgun Gothic"/>
                <a:cs typeface="Malgun Gothic"/>
              </a:rPr>
              <a:t>사용자 체감 시간은 미측정입니다.</a:t>
            </a:r>
          </a:p>
        </p:txBody>
      </p:sp>
      <p:sp>
        <p:nvSpPr>
          <p:cNvPr id="43" name="">
            <a:extLst xmlns:a="http://schemas.openxmlformats.org/drawingml/2006/main">
              <a:ext uri="{FF2B5EF4-FFF2-40B4-BE49-F238E27FC236}">
                <a16:creationId xmlns:a16="http://schemas.microsoft.com/office/drawing/2014/main" id="{3A6C1783-22E9-499F-B74C-77321786EB96}"/>
              </a:ext>
            </a:extLst>
          </p:cNvPr>
          <p:cNvSpPr>
            <a:spLocks xmlns:a="http://schemas.openxmlformats.org/drawingml/2006/main" noGrp="1"/>
          </p:cNvSpPr>
          <p:nvPr/>
        </p:nvSpPr>
        <p:spPr>
          <a:xfrm xmlns:a="http://schemas.openxmlformats.org/drawingml/2006/main">
            <a:off x="571500" y="5562600"/>
            <a:ext cx="11049000" cy="457200"/>
          </a:xfrm>
          <a:prstGeom xmlns:a="http://schemas.openxmlformats.org/drawingml/2006/main" prst="roundRect">
            <a:avLst>
              <a:gd name="adj" fmla="val 16667"/>
            </a:avLst>
          </a:prstGeom>
          <a:solidFill xmlns:a="http://schemas.openxmlformats.org/drawingml/2006/main">
            <a:srgbClr val="EFF5FD"/>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D0B28E90-7F11-4687-89E2-37BD648D2AFB}"/>
              </a:ext>
            </a:extLst>
          </p:cNvPr>
          <p:cNvSpPr>
            <a:spLocks xmlns:a="http://schemas.openxmlformats.org/drawingml/2006/main" noGrp="1"/>
          </p:cNvSpPr>
          <p:nvPr/>
        </p:nvSpPr>
        <p:spPr>
          <a:xfrm xmlns:a="http://schemas.openxmlformats.org/drawingml/2006/main">
            <a:off x="781050" y="56483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핵심 메시지  |  불확실한 업무 관계와 필요한 회신 방식은 Agent가 판단하고, Python과 사용자가 실행 위험을 통제합니다.</a:t>
            </a:r>
          </a:p>
        </p:txBody>
      </p:sp>
    </p:spTree>
    <p:extLst>
      <p:ext uri="{BB962C8B-B14F-4D97-AF65-F5344CB8AC3E}">
        <p14:creationId xmlns:p14="http://schemas.microsoft.com/office/powerpoint/2010/main" val="4154904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1AD91FE7-EF32-418A-A2E8-5FCBB3414644}"/>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D3EB75-0BBD-42FE-919A-778EC453F18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410F4260-5016-4717-97EF-68A4CBB0926C}"/>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E49670-8C2A-4D24-AA4F-219DCD9CCC7A}"/>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DFE3ECB1-4BD0-4EE8-96BA-1EB3DF80A2AD}"/>
              </a:ext>
            </a:extLst>
          </p:cNvPr>
          <p:cNvSpPr>
            <a:spLocks xmlns:a="http://schemas.openxmlformats.org/drawingml/2006/main" noGrp="1"/>
          </p:cNvSpPr>
          <p:nvPr/>
        </p:nvSpPr>
        <p:spPr>
          <a:xfrm xmlns:a="http://schemas.openxmlformats.org/drawingml/2006/main">
            <a:off x="571500" y="12001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769E0"/>
                </a:solidFill>
                <a:latin typeface="Malgun Gothic"/>
                <a:ea typeface="Malgun Gothic"/>
                <a:cs typeface="Malgun Gothic"/>
              </a:defRPr>
            </a:pPr>
            <a:r>
              <a:rPr sz="1575" b="1">
                <a:solidFill>
                  <a:srgbClr val="1769E0"/>
                </a:solidFill>
                <a:latin typeface="Malgun Gothic"/>
                <a:ea typeface="Malgun Gothic"/>
                <a:cs typeface="Malgun Gothic"/>
              </a:rPr>
              <a:t>결정론적 경로와 Agent 판단 경로를 함께 사용하는 단일 Agent 구조</a:t>
            </a:r>
          </a:p>
        </p:txBody>
      </p:sp>
      <p:sp>
        <p:nvSpPr>
          <p:cNvPr id="6" name="">
            <a:extLst xmlns:a="http://schemas.openxmlformats.org/drawingml/2006/main">
              <a:ext uri="{FF2B5EF4-FFF2-40B4-BE49-F238E27FC236}">
                <a16:creationId xmlns:a16="http://schemas.microsoft.com/office/drawing/2014/main" id="{F96FFF4D-2149-4022-AF5F-5D3150C4C03F}"/>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ED7B7561-9CE0-4C0B-8B83-507382B18D0E}"/>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506BF6D-E165-4D29-B261-484740E37F7C}"/>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04588564-F41A-486F-8B6F-5C85D483E695}"/>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442C8AF0-5D9F-4780-B2DE-6A1DA386E275}"/>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7D245A55-E438-4799-8BEB-DAC6EA57121D}"/>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5102B3-7670-41E4-B3ED-A1C19D1ECCA0}"/>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9CAF3F38-2844-4A26-A191-C49016607D87}"/>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3A6E3F9-CE80-4C68-9DDB-EC642FF86FB7}"/>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BAFD1C05-AF39-4E84-9B2C-6A4055746E11}"/>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C632164B-6DE0-429D-B1E9-D6848D184CC3}"/>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A4D7141F-6DE8-4F8B-82B0-E28DDC7F2D82}"/>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360EE42-52AB-4F11-9336-38A19D902C3B}"/>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679AED27-5B11-47AC-8EF6-D7548C82426A}"/>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9ED7E3F-D508-4D90-B3EF-FCE9E4671259}"/>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1463E557-BD6A-4EB1-BD9B-75BF46AB45C1}"/>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121EF560-5C57-4BB6-A04F-47E84A81074F}"/>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33D947E3-78D0-44C9-B1EB-0C261C235426}"/>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0A8DE5A-FCE2-4D32-8B95-5A7718D6A09F}"/>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2426524D-FE1B-4129-A1A7-1ED1C2D9B127}"/>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C43C6BD-223F-4740-BB58-E7021D6B6225}"/>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EAD89A89-5840-4425-AA4A-31BEFD6B5C06}"/>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28502A63-9547-4045-BD15-9F714913B440}"/>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0211B042-6348-4B5B-9BDA-52FA54F26D9D}"/>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97379DB-686E-4D70-9F23-7E52447FAA4B}"/>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A5D2F7CA-A381-4645-875A-05F17E2A239A}"/>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80949E8A-BF7D-44E6-8179-3725CCE98E8C}"/>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92A2769A-DEE8-420C-BE4C-5EABB1855DC8}"/>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421E01A2-F4E5-409F-B17E-0C5DE6C925E1}"/>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8BC0DB6E-D1CE-4E7E-A260-203EE1088B74}"/>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029D390-3442-43E9-9D4F-9FB5F49A1504}"/>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00AD73CD-78C9-4866-A7F1-380D4AF95364}"/>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DE8374FD-80F5-4628-AFA5-F5EA5591184E}"/>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D0D84C4A-9083-41C7-A834-DBA0191C102A}"/>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A8313BC8-05E1-41F2-9E30-9162CA3C2865}"/>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ADE64A8A-A701-445D-848A-0A79998CD738}"/>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D46D78B-1053-4931-9899-E2CA4EF9B82E}"/>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05BB4C13-EA32-4A5E-9A54-FD334E85156C}"/>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57FA32F3-7231-4FB9-800D-E04EFF6265E1}"/>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9F7D048B-1F41-4135-A16A-FA0F76B46900}"/>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5C8C2394-73D4-4943-9123-1D845D738062}"/>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59EF5007-47FF-40CB-9B61-49D7733FAF86}"/>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8D75A6D8-CCEE-4C9B-AA75-220E5C00AF13}"/>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719CF8BB-C159-4844-8A43-27AC06BA8A9C}"/>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8C5F4715-41D5-49DC-9698-CFB7BB1D7559}"/>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01D04882-BE31-4D06-B6CD-682D173BD007}"/>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59435158-6513-4D82-998C-44CC0902E933}"/>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6A08E36F-968F-4E2A-8E8E-AB62B2C8CD51}"/>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ID·Intent·상태 전이·중요 변경을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선택 차이도 Python이 계산하고 DB 실행 권한을 분리</a:t>
            </a:r>
          </a:p>
        </p:txBody>
      </p:sp>
      <p:sp>
        <p:nvSpPr>
          <p:cNvPr id="54" name="">
            <a:extLst xmlns:a="http://schemas.openxmlformats.org/drawingml/2006/main">
              <a:ext uri="{FF2B5EF4-FFF2-40B4-BE49-F238E27FC236}">
                <a16:creationId xmlns:a16="http://schemas.microsoft.com/office/drawing/2014/main" id="{A32F5C0B-10A7-4A26-A7F5-5DBADA5FCF58}"/>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FB3945F6-0316-4229-9989-B08A7542E096}"/>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19162824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53F0DA39-4062-4506-8278-7A9DB4CB8D4D}"/>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893489-5231-4E40-AAD2-A6F1601E544C}"/>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B2CB651B-5C51-4D89-8986-487E0AB08681}"/>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E65DB9-A9A4-4ACF-BA2A-6B80565E5ED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D4C4E12C-8861-42D4-A1A2-A8A6DE256291}"/>
              </a:ext>
            </a:extLst>
          </p:cNvPr>
          <p:cNvSpPr>
            <a:spLocks xmlns:a="http://schemas.openxmlformats.org/drawingml/2006/main" noGrp="1"/>
          </p:cNvSpPr>
          <p:nvPr/>
        </p:nvSpPr>
        <p:spPr>
          <a:xfrm xmlns:a="http://schemas.openxmlformats.org/drawingml/2006/main">
            <a:off x="571500" y="1257300"/>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Workflow만으로 부족했는가</a:t>
            </a:r>
          </a:p>
        </p:txBody>
      </p:sp>
      <p:sp>
        <p:nvSpPr>
          <p:cNvPr id="6" name="">
            <a:extLst xmlns:a="http://schemas.openxmlformats.org/drawingml/2006/main">
              <a:ext uri="{FF2B5EF4-FFF2-40B4-BE49-F238E27FC236}">
                <a16:creationId xmlns:a16="http://schemas.microsoft.com/office/drawing/2014/main" id="{974335FC-5CF9-44AC-9F1C-B9D7D84DAF42}"/>
              </a:ext>
            </a:extLst>
          </p:cNvPr>
          <p:cNvSpPr>
            <a:spLocks xmlns:a="http://schemas.openxmlformats.org/drawingml/2006/main" noGrp="1"/>
          </p:cNvSpPr>
          <p:nvPr/>
        </p:nvSpPr>
        <p:spPr>
          <a:xfrm xmlns:a="http://schemas.openxmlformats.org/drawingml/2006/main">
            <a:off x="571500" y="1600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2033"/>
                </a:solidFill>
                <a:latin typeface="Malgun Gothic"/>
                <a:ea typeface="Malgun Gothic"/>
                <a:cs typeface="Malgun Gothic"/>
              </a:defRPr>
            </a:pPr>
            <a:r>
              <a:rPr sz="1350" b="0">
                <a:solidFill>
                  <a:srgbClr val="172033"/>
                </a:solidFill>
                <a:latin typeface="Malgun Gothic"/>
                <a:ea typeface="Malgun Gothic"/>
                <a:cs typeface="Malgun Gothic"/>
              </a:rPr>
              <a:t>동일 업무도 Thread와 표현이 달라집니다. 제목 Token 규칙만으로는 기존 Task 연결과 신규 Task 생성을 구분하기 어렵습니다.</a:t>
            </a:r>
          </a:p>
        </p:txBody>
      </p:sp>
      <p:sp>
        <p:nvSpPr>
          <p:cNvPr id="7" name="">
            <a:extLst xmlns:a="http://schemas.openxmlformats.org/drawingml/2006/main">
              <a:ext uri="{FF2B5EF4-FFF2-40B4-BE49-F238E27FC236}">
                <a16:creationId xmlns:a16="http://schemas.microsoft.com/office/drawing/2014/main" id="{1BD62BE5-8B14-4A87-B023-A77362CFB56E}"/>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981505-75F3-4EC3-884A-F782DB36E4A7}"/>
              </a:ext>
            </a:extLst>
          </p:cNvPr>
          <p:cNvSpPr>
            <a:spLocks xmlns:a="http://schemas.openxmlformats.org/drawingml/2006/main" noGrp="1"/>
          </p:cNvSpPr>
          <p:nvPr/>
        </p:nvSpPr>
        <p:spPr>
          <a:xfrm xmlns:a="http://schemas.openxmlformats.org/drawingml/2006/main">
            <a:off x="571500" y="2400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29F6E746-1675-4C4D-892B-3C33310BFCF6}"/>
              </a:ext>
            </a:extLst>
          </p:cNvPr>
          <p:cNvSpPr>
            <a:spLocks xmlns:a="http://schemas.openxmlformats.org/drawingml/2006/main" noGrp="1"/>
          </p:cNvSpPr>
          <p:nvPr/>
        </p:nvSpPr>
        <p:spPr>
          <a:xfrm xmlns:a="http://schemas.openxmlformats.org/drawingml/2006/main">
            <a:off x="571500" y="27432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3583C17-6A4A-4204-9292-F1ED7C9A1E13}"/>
              </a:ext>
            </a:extLst>
          </p:cNvPr>
          <p:cNvSpPr>
            <a:spLocks xmlns:a="http://schemas.openxmlformats.org/drawingml/2006/main" noGrp="1"/>
          </p:cNvSpPr>
          <p:nvPr/>
        </p:nvSpPr>
        <p:spPr>
          <a:xfrm xmlns:a="http://schemas.openxmlformats.org/drawingml/2006/main">
            <a:off x="609600" y="27622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1" name="">
            <a:extLst xmlns:a="http://schemas.openxmlformats.org/drawingml/2006/main">
              <a:ext uri="{FF2B5EF4-FFF2-40B4-BE49-F238E27FC236}">
                <a16:creationId xmlns:a16="http://schemas.microsoft.com/office/drawing/2014/main" id="{CC3A49EA-1B4C-4924-AFD6-6B58427D1437}"/>
              </a:ext>
            </a:extLst>
          </p:cNvPr>
          <p:cNvSpPr>
            <a:spLocks xmlns:a="http://schemas.openxmlformats.org/drawingml/2006/main" noGrp="1"/>
          </p:cNvSpPr>
          <p:nvPr/>
        </p:nvSpPr>
        <p:spPr>
          <a:xfrm xmlns:a="http://schemas.openxmlformats.org/drawingml/2006/main">
            <a:off x="1104900" y="27432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2" name="">
            <a:extLst xmlns:a="http://schemas.openxmlformats.org/drawingml/2006/main">
              <a:ext uri="{FF2B5EF4-FFF2-40B4-BE49-F238E27FC236}">
                <a16:creationId xmlns:a16="http://schemas.microsoft.com/office/drawing/2014/main" id="{412BB334-3634-414A-A56D-56347D717BB8}"/>
              </a:ext>
            </a:extLst>
          </p:cNvPr>
          <p:cNvSpPr>
            <a:spLocks xmlns:a="http://schemas.openxmlformats.org/drawingml/2006/main" noGrp="1"/>
          </p:cNvSpPr>
          <p:nvPr/>
        </p:nvSpPr>
        <p:spPr>
          <a:xfrm xmlns:a="http://schemas.openxmlformats.org/drawingml/2006/main">
            <a:off x="2343150" y="27432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3" name="">
            <a:extLst xmlns:a="http://schemas.openxmlformats.org/drawingml/2006/main">
              <a:ext uri="{FF2B5EF4-FFF2-40B4-BE49-F238E27FC236}">
                <a16:creationId xmlns:a16="http://schemas.microsoft.com/office/drawing/2014/main" id="{9BF51E4B-DC79-4807-A420-50A560969355}"/>
              </a:ext>
            </a:extLst>
          </p:cNvPr>
          <p:cNvSpPr>
            <a:spLocks xmlns:a="http://schemas.openxmlformats.org/drawingml/2006/main" noGrp="1"/>
          </p:cNvSpPr>
          <p:nvPr/>
        </p:nvSpPr>
        <p:spPr>
          <a:xfrm xmlns:a="http://schemas.openxmlformats.org/drawingml/2006/main">
            <a:off x="571500" y="31623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31325F-8A0D-4746-84B2-C74B0B899C13}"/>
              </a:ext>
            </a:extLst>
          </p:cNvPr>
          <p:cNvSpPr>
            <a:spLocks xmlns:a="http://schemas.openxmlformats.org/drawingml/2006/main" noGrp="1"/>
          </p:cNvSpPr>
          <p:nvPr/>
        </p:nvSpPr>
        <p:spPr>
          <a:xfrm xmlns:a="http://schemas.openxmlformats.org/drawingml/2006/main">
            <a:off x="609600" y="31813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5" name="">
            <a:extLst xmlns:a="http://schemas.openxmlformats.org/drawingml/2006/main">
              <a:ext uri="{FF2B5EF4-FFF2-40B4-BE49-F238E27FC236}">
                <a16:creationId xmlns:a16="http://schemas.microsoft.com/office/drawing/2014/main" id="{1C87BEB8-28F8-415F-89CD-866D5A34D14E}"/>
              </a:ext>
            </a:extLst>
          </p:cNvPr>
          <p:cNvSpPr>
            <a:spLocks xmlns:a="http://schemas.openxmlformats.org/drawingml/2006/main" noGrp="1"/>
          </p:cNvSpPr>
          <p:nvPr/>
        </p:nvSpPr>
        <p:spPr>
          <a:xfrm xmlns:a="http://schemas.openxmlformats.org/drawingml/2006/main">
            <a:off x="1104900" y="31623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6" name="">
            <a:extLst xmlns:a="http://schemas.openxmlformats.org/drawingml/2006/main">
              <a:ext uri="{FF2B5EF4-FFF2-40B4-BE49-F238E27FC236}">
                <a16:creationId xmlns:a16="http://schemas.microsoft.com/office/drawing/2014/main" id="{6B6E24CD-4A7D-46A7-A47E-FCB5D198C080}"/>
              </a:ext>
            </a:extLst>
          </p:cNvPr>
          <p:cNvSpPr>
            <a:spLocks xmlns:a="http://schemas.openxmlformats.org/drawingml/2006/main" noGrp="1"/>
          </p:cNvSpPr>
          <p:nvPr/>
        </p:nvSpPr>
        <p:spPr>
          <a:xfrm xmlns:a="http://schemas.openxmlformats.org/drawingml/2006/main">
            <a:off x="2343150" y="31623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7" name="">
            <a:extLst xmlns:a="http://schemas.openxmlformats.org/drawingml/2006/main">
              <a:ext uri="{FF2B5EF4-FFF2-40B4-BE49-F238E27FC236}">
                <a16:creationId xmlns:a16="http://schemas.microsoft.com/office/drawing/2014/main" id="{1AD26595-0721-46CA-B31F-94867456190F}"/>
              </a:ext>
            </a:extLst>
          </p:cNvPr>
          <p:cNvSpPr>
            <a:spLocks xmlns:a="http://schemas.openxmlformats.org/drawingml/2006/main" noGrp="1"/>
          </p:cNvSpPr>
          <p:nvPr/>
        </p:nvSpPr>
        <p:spPr>
          <a:xfrm xmlns:a="http://schemas.openxmlformats.org/drawingml/2006/main">
            <a:off x="571500" y="358140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48B91C4-95ED-4AA0-883D-DF318F44EE34}"/>
              </a:ext>
            </a:extLst>
          </p:cNvPr>
          <p:cNvSpPr>
            <a:spLocks xmlns:a="http://schemas.openxmlformats.org/drawingml/2006/main" noGrp="1"/>
          </p:cNvSpPr>
          <p:nvPr/>
        </p:nvSpPr>
        <p:spPr>
          <a:xfrm xmlns:a="http://schemas.openxmlformats.org/drawingml/2006/main">
            <a:off x="609600" y="36004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915DCEFB-DFA1-4BD6-8162-008A13A8DA03}"/>
              </a:ext>
            </a:extLst>
          </p:cNvPr>
          <p:cNvSpPr>
            <a:spLocks xmlns:a="http://schemas.openxmlformats.org/drawingml/2006/main" noGrp="1"/>
          </p:cNvSpPr>
          <p:nvPr/>
        </p:nvSpPr>
        <p:spPr>
          <a:xfrm xmlns:a="http://schemas.openxmlformats.org/drawingml/2006/main">
            <a:off x="1104900" y="35814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0" name="">
            <a:extLst xmlns:a="http://schemas.openxmlformats.org/drawingml/2006/main">
              <a:ext uri="{FF2B5EF4-FFF2-40B4-BE49-F238E27FC236}">
                <a16:creationId xmlns:a16="http://schemas.microsoft.com/office/drawing/2014/main" id="{5C61FB92-4CC3-47DB-A783-9400DE819D9E}"/>
              </a:ext>
            </a:extLst>
          </p:cNvPr>
          <p:cNvSpPr>
            <a:spLocks xmlns:a="http://schemas.openxmlformats.org/drawingml/2006/main" noGrp="1"/>
          </p:cNvSpPr>
          <p:nvPr/>
        </p:nvSpPr>
        <p:spPr>
          <a:xfrm xmlns:a="http://schemas.openxmlformats.org/drawingml/2006/main">
            <a:off x="2343150" y="35814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1" name="">
            <a:extLst xmlns:a="http://schemas.openxmlformats.org/drawingml/2006/main">
              <a:ext uri="{FF2B5EF4-FFF2-40B4-BE49-F238E27FC236}">
                <a16:creationId xmlns:a16="http://schemas.microsoft.com/office/drawing/2014/main" id="{4002DC70-EC58-4ED7-891C-F69F852CD3E0}"/>
              </a:ext>
            </a:extLst>
          </p:cNvPr>
          <p:cNvSpPr>
            <a:spLocks xmlns:a="http://schemas.openxmlformats.org/drawingml/2006/main" noGrp="1"/>
          </p:cNvSpPr>
          <p:nvPr/>
        </p:nvSpPr>
        <p:spPr>
          <a:xfrm xmlns:a="http://schemas.openxmlformats.org/drawingml/2006/main">
            <a:off x="571500" y="40005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6AE5C65-250E-43CD-9510-AA63FE840A08}"/>
              </a:ext>
            </a:extLst>
          </p:cNvPr>
          <p:cNvSpPr>
            <a:spLocks xmlns:a="http://schemas.openxmlformats.org/drawingml/2006/main" noGrp="1"/>
          </p:cNvSpPr>
          <p:nvPr/>
        </p:nvSpPr>
        <p:spPr>
          <a:xfrm xmlns:a="http://schemas.openxmlformats.org/drawingml/2006/main">
            <a:off x="609600" y="40195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3" name="">
            <a:extLst xmlns:a="http://schemas.openxmlformats.org/drawingml/2006/main">
              <a:ext uri="{FF2B5EF4-FFF2-40B4-BE49-F238E27FC236}">
                <a16:creationId xmlns:a16="http://schemas.microsoft.com/office/drawing/2014/main" id="{33DDF17E-0E6D-4138-ACD9-F4F13056C907}"/>
              </a:ext>
            </a:extLst>
          </p:cNvPr>
          <p:cNvSpPr>
            <a:spLocks xmlns:a="http://schemas.openxmlformats.org/drawingml/2006/main" noGrp="1"/>
          </p:cNvSpPr>
          <p:nvPr/>
        </p:nvSpPr>
        <p:spPr>
          <a:xfrm xmlns:a="http://schemas.openxmlformats.org/drawingml/2006/main">
            <a:off x="1104900" y="40005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4" name="">
            <a:extLst xmlns:a="http://schemas.openxmlformats.org/drawingml/2006/main">
              <a:ext uri="{FF2B5EF4-FFF2-40B4-BE49-F238E27FC236}">
                <a16:creationId xmlns:a16="http://schemas.microsoft.com/office/drawing/2014/main" id="{E02F5B02-0C62-436A-B532-C960ADEC1934}"/>
              </a:ext>
            </a:extLst>
          </p:cNvPr>
          <p:cNvSpPr>
            <a:spLocks xmlns:a="http://schemas.openxmlformats.org/drawingml/2006/main" noGrp="1"/>
          </p:cNvSpPr>
          <p:nvPr/>
        </p:nvSpPr>
        <p:spPr>
          <a:xfrm xmlns:a="http://schemas.openxmlformats.org/drawingml/2006/main">
            <a:off x="2343150" y="40005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5" name="">
            <a:extLst xmlns:a="http://schemas.openxmlformats.org/drawingml/2006/main">
              <a:ext uri="{FF2B5EF4-FFF2-40B4-BE49-F238E27FC236}">
                <a16:creationId xmlns:a16="http://schemas.microsoft.com/office/drawing/2014/main" id="{BA12364B-E371-41CC-87B2-B288444DD025}"/>
              </a:ext>
            </a:extLst>
          </p:cNvPr>
          <p:cNvSpPr>
            <a:spLocks xmlns:a="http://schemas.openxmlformats.org/drawingml/2006/main" noGrp="1"/>
          </p:cNvSpPr>
          <p:nvPr/>
        </p:nvSpPr>
        <p:spPr>
          <a:xfrm xmlns:a="http://schemas.openxmlformats.org/drawingml/2006/main">
            <a:off x="571500" y="44196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14ED507-AA0B-467E-B31F-05FC4B78619F}"/>
              </a:ext>
            </a:extLst>
          </p:cNvPr>
          <p:cNvSpPr>
            <a:spLocks xmlns:a="http://schemas.openxmlformats.org/drawingml/2006/main" noGrp="1"/>
          </p:cNvSpPr>
          <p:nvPr/>
        </p:nvSpPr>
        <p:spPr>
          <a:xfrm xmlns:a="http://schemas.openxmlformats.org/drawingml/2006/main">
            <a:off x="609600" y="44386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7" name="">
            <a:extLst xmlns:a="http://schemas.openxmlformats.org/drawingml/2006/main">
              <a:ext uri="{FF2B5EF4-FFF2-40B4-BE49-F238E27FC236}">
                <a16:creationId xmlns:a16="http://schemas.microsoft.com/office/drawing/2014/main" id="{DD8CF72A-3E64-4547-89E1-FB7D99FC9B90}"/>
              </a:ext>
            </a:extLst>
          </p:cNvPr>
          <p:cNvSpPr>
            <a:spLocks xmlns:a="http://schemas.openxmlformats.org/drawingml/2006/main" noGrp="1"/>
          </p:cNvSpPr>
          <p:nvPr/>
        </p:nvSpPr>
        <p:spPr>
          <a:xfrm xmlns:a="http://schemas.openxmlformats.org/drawingml/2006/main">
            <a:off x="1104900" y="44196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28" name="">
            <a:extLst xmlns:a="http://schemas.openxmlformats.org/drawingml/2006/main">
              <a:ext uri="{FF2B5EF4-FFF2-40B4-BE49-F238E27FC236}">
                <a16:creationId xmlns:a16="http://schemas.microsoft.com/office/drawing/2014/main" id="{9BA29DD5-0810-4C9C-8E89-7D5FB401B064}"/>
              </a:ext>
            </a:extLst>
          </p:cNvPr>
          <p:cNvSpPr>
            <a:spLocks xmlns:a="http://schemas.openxmlformats.org/drawingml/2006/main" noGrp="1"/>
          </p:cNvSpPr>
          <p:nvPr/>
        </p:nvSpPr>
        <p:spPr>
          <a:xfrm xmlns:a="http://schemas.openxmlformats.org/drawingml/2006/main">
            <a:off x="2343150" y="44196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29" name="">
            <a:extLst xmlns:a="http://schemas.openxmlformats.org/drawingml/2006/main">
              <a:ext uri="{FF2B5EF4-FFF2-40B4-BE49-F238E27FC236}">
                <a16:creationId xmlns:a16="http://schemas.microsoft.com/office/drawing/2014/main" id="{3D74658F-94D0-4F4C-B2AE-72441AB69D99}"/>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0" name="">
            <a:extLst xmlns:a="http://schemas.openxmlformats.org/drawingml/2006/main">
              <a:ext uri="{FF2B5EF4-FFF2-40B4-BE49-F238E27FC236}">
                <a16:creationId xmlns:a16="http://schemas.microsoft.com/office/drawing/2014/main" id="{36ABBC13-0CC2-48AD-A397-01DA9A974F5A}"/>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1" name="">
            <a:extLst xmlns:a="http://schemas.openxmlformats.org/drawingml/2006/main">
              <a:ext uri="{FF2B5EF4-FFF2-40B4-BE49-F238E27FC236}">
                <a16:creationId xmlns:a16="http://schemas.microsoft.com/office/drawing/2014/main" id="{A5AECB74-699D-4D01-B37D-B6A5BBD97F1E}"/>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2" name="">
            <a:extLst xmlns:a="http://schemas.openxmlformats.org/drawingml/2006/main">
              <a:ext uri="{FF2B5EF4-FFF2-40B4-BE49-F238E27FC236}">
                <a16:creationId xmlns:a16="http://schemas.microsoft.com/office/drawing/2014/main" id="{195EEFCA-9D02-4C48-BFB9-59EB75E05E46}"/>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3" name="">
            <a:extLst xmlns:a="http://schemas.openxmlformats.org/drawingml/2006/main">
              <a:ext uri="{FF2B5EF4-FFF2-40B4-BE49-F238E27FC236}">
                <a16:creationId xmlns:a16="http://schemas.microsoft.com/office/drawing/2014/main" id="{6A1A1825-0369-4821-AD58-347CCE9EE5FE}"/>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4" name="">
            <a:extLst xmlns:a="http://schemas.openxmlformats.org/drawingml/2006/main">
              <a:ext uri="{FF2B5EF4-FFF2-40B4-BE49-F238E27FC236}">
                <a16:creationId xmlns:a16="http://schemas.microsoft.com/office/drawing/2014/main" id="{C3B1046A-DCBF-4593-A097-015ACC359FC5}"/>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Mock On 4/4 · Off 3/4</a:t>
            </a:r>
          </a:p>
        </p:txBody>
      </p:sp>
      <p:sp>
        <p:nvSpPr>
          <p:cNvPr id="35" name="">
            <a:extLst xmlns:a="http://schemas.openxmlformats.org/drawingml/2006/main">
              <a:ext uri="{FF2B5EF4-FFF2-40B4-BE49-F238E27FC236}">
                <a16:creationId xmlns:a16="http://schemas.microsoft.com/office/drawing/2014/main" id="{18944B0C-C0D3-4892-92F4-6353B66D79B1}"/>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LLM 없는 결정론 경로에서 재현</a:t>
            </a:r>
          </a:p>
        </p:txBody>
      </p:sp>
      <p:sp>
        <p:nvSpPr>
          <p:cNvPr id="36" name="">
            <a:extLst xmlns:a="http://schemas.openxmlformats.org/drawingml/2006/main">
              <a:ext uri="{FF2B5EF4-FFF2-40B4-BE49-F238E27FC236}">
                <a16:creationId xmlns:a16="http://schemas.microsoft.com/office/drawing/2014/main" id="{A961A47F-39B9-4AF6-8049-839F735DCF53}"/>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7" name="">
            <a:extLst xmlns:a="http://schemas.openxmlformats.org/drawingml/2006/main">
              <a:ext uri="{FF2B5EF4-FFF2-40B4-BE49-F238E27FC236}">
                <a16:creationId xmlns:a16="http://schemas.microsoft.com/office/drawing/2014/main" id="{22BC7500-3D6D-4453-B8FB-E861C6D7F96C}"/>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3통 발송</a:t>
            </a:r>
          </a:p>
        </p:txBody>
      </p:sp>
      <p:sp>
        <p:nvSpPr>
          <p:cNvPr id="38" name="">
            <a:extLst xmlns:a="http://schemas.openxmlformats.org/drawingml/2006/main">
              <a:ext uri="{FF2B5EF4-FFF2-40B4-BE49-F238E27FC236}">
                <a16:creationId xmlns:a16="http://schemas.microsoft.com/office/drawing/2014/main" id="{CBA5467F-E415-4FB4-A373-BED542AD45B2}"/>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같은 경로로 ASK_USER 확인</a:t>
            </a:r>
          </a:p>
        </p:txBody>
      </p:sp>
      <p:sp>
        <p:nvSpPr>
          <p:cNvPr id="39" name="">
            <a:extLst xmlns:a="http://schemas.openxmlformats.org/drawingml/2006/main">
              <a:ext uri="{FF2B5EF4-FFF2-40B4-BE49-F238E27FC236}">
                <a16:creationId xmlns:a16="http://schemas.microsoft.com/office/drawing/2014/main" id="{F67D4B16-EB13-4A11-B90C-22BEABA7C02C}"/>
              </a:ext>
            </a:extLst>
          </p:cNvPr>
          <p:cNvSpPr>
            <a:spLocks xmlns:a="http://schemas.openxmlformats.org/drawingml/2006/main" noGrp="1"/>
          </p:cNvSpPr>
          <p:nvPr/>
        </p:nvSpPr>
        <p:spPr>
          <a:xfrm xmlns:a="http://schemas.openxmlformats.org/drawingml/2006/main">
            <a:off x="571500" y="6286500"/>
            <a:ext cx="685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C73C34"/>
                </a:solidFill>
                <a:latin typeface="Malgun Gothic"/>
                <a:ea typeface="Malgun Gothic"/>
                <a:cs typeface="Malgun Gothic"/>
              </a:defRPr>
            </a:pPr>
            <a:r>
              <a:rPr sz="1125" b="1">
                <a:solidFill>
                  <a:srgbClr val="C73C34"/>
                </a:solidFill>
                <a:latin typeface="Malgun Gothic"/>
                <a:ea typeface="Malgun Gothic"/>
                <a:cs typeface="Malgun Gothic"/>
              </a:rPr>
              <a:t>실패  |  계약 위반 응답을 재시도 없이 실패 처리해 실제 Gmail 재생에서 판단 4건 유실</a:t>
            </a:r>
          </a:p>
        </p:txBody>
      </p:sp>
      <p:sp>
        <p:nvSpPr>
          <p:cNvPr id="40" name="">
            <a:extLst xmlns:a="http://schemas.openxmlformats.org/drawingml/2006/main">
              <a:ext uri="{FF2B5EF4-FFF2-40B4-BE49-F238E27FC236}">
                <a16:creationId xmlns:a16="http://schemas.microsoft.com/office/drawing/2014/main" id="{CAD5E631-0911-44DE-968C-CA4638D6D61B}"/>
              </a:ext>
            </a:extLst>
          </p:cNvPr>
          <p:cNvSpPr>
            <a:spLocks xmlns:a="http://schemas.openxmlformats.org/drawingml/2006/main" noGrp="1"/>
          </p:cNvSpPr>
          <p:nvPr/>
        </p:nvSpPr>
        <p:spPr>
          <a:xfrm xmlns:a="http://schemas.openxmlformats.org/drawingml/2006/main">
            <a:off x="7524750" y="6286500"/>
            <a:ext cx="4095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5094307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2026-09-15T09:19:48.3410000Z</dcterms:created>
  <dcterms:modified xsi:type="dcterms:W3CDTF">2026-09-15T09:19:48.3410000Z</dcterms:modified>
</coreProperties>
</file>