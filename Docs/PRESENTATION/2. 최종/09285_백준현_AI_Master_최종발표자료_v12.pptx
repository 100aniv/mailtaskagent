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ed6f7e68884454" /><Relationship Type="http://schemas.openxmlformats.org/officeDocument/2006/relationships/extended-properties" Target="/docProps/app.xml" Id="R77392291bb7640d8" /><Relationship Type="http://schemas.openxmlformats.org/officeDocument/2006/relationships/officeDocument" Target="/ppt/presentation.xml" Id="Rc5c2907b536d4a98" /></Relationships>
</file>

<file path=ppt/presentation.xml><?xml version="1.0" encoding="utf-8"?>
<p:presentation xmlns:p="http://schemas.openxmlformats.org/presentationml/2006/main">
  <p:sldMasterIdLst>
    <p:sldMasterId xmlns:r="http://schemas.openxmlformats.org/officeDocument/2006/relationships" id="2147483648" r:id="R1f5bb25cee584c8a"/>
  </p:sldMasterIdLst>
  <p:notesMasterIdLst>
    <p:notesMasterId xmlns:r="http://schemas.openxmlformats.org/officeDocument/2006/relationships" r:id="R90dbc0acb0e04825"/>
  </p:notesMasterIdLst>
  <p:sldIdLst>
    <p:sldId xmlns:r="http://schemas.openxmlformats.org/officeDocument/2006/relationships" id="256" r:id="Rb89bdfe6513247c8"/>
    <p:sldId xmlns:r="http://schemas.openxmlformats.org/officeDocument/2006/relationships" id="257" r:id="R62459e1783b44873"/>
    <p:sldId xmlns:r="http://schemas.openxmlformats.org/officeDocument/2006/relationships" id="258" r:id="R2076fe158b8542de"/>
    <p:sldId xmlns:r="http://schemas.openxmlformats.org/officeDocument/2006/relationships" id="259" r:id="R2b2da4c70fec471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9a66f1e22164e4e" /><Relationship Type="http://schemas.openxmlformats.org/officeDocument/2006/relationships/slideMaster" Target="/ppt/slideMasters/slideMaster1.xml" Id="R1f5bb25cee584c8a" /><Relationship Type="http://schemas.openxmlformats.org/officeDocument/2006/relationships/notesMaster" Target="/ppt/notesMasters/notesMaster1.xml" Id="R90dbc0acb0e04825" /><Relationship Type="http://schemas.openxmlformats.org/officeDocument/2006/relationships/presProps" Target="/ppt/presProps.xml" Id="Rff9e17e9788341c4" /><Relationship Type="http://schemas.openxmlformats.org/officeDocument/2006/relationships/tableStyles" Target="/ppt/tableStyles.xml" Id="R4bd6c23d485442c7" /><Relationship Type="http://schemas.openxmlformats.org/officeDocument/2006/relationships/slide" Target="/ppt/slides/slide1.xml" Id="Rb89bdfe6513247c8" /><Relationship Type="http://schemas.openxmlformats.org/officeDocument/2006/relationships/slide" Target="/ppt/slides/slide2.xml" Id="R62459e1783b44873" /><Relationship Type="http://schemas.openxmlformats.org/officeDocument/2006/relationships/slide" Target="/ppt/slides/slide3.xml" Id="R2076fe158b8542de" /><Relationship Type="http://schemas.openxmlformats.org/officeDocument/2006/relationships/slide" Target="/ppt/slides/slide4.xml" Id="R2b2da4c70fec471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aac6f66d6f42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9a8bdff6f64133" /><Relationship Type="http://schemas.openxmlformats.org/officeDocument/2006/relationships/notesMaster" Target="/ppt/notesMasters/notesMaster1.xml" Id="R56a16980d4f5462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6a396e4a9a2432d" /><Relationship Type="http://schemas.openxmlformats.org/officeDocument/2006/relationships/notesMaster" Target="/ppt/notesMasters/notesMaster1.xml" Id="R96a73905f77b47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fe4eed7ddde4696" /><Relationship Type="http://schemas.openxmlformats.org/officeDocument/2006/relationships/notesMaster" Target="/ppt/notesMasters/notesMaster1.xml" Id="Rb8199dc010b24a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ac56fb80714dcd" /><Relationship Type="http://schemas.openxmlformats.org/officeDocument/2006/relationships/notesMaster" Target="/ppt/notesMasters/notesMaster1.xml" Id="R1b664ada8d2543c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개요 2분, 아키텍처 4분, 핵심 기술 과제 4분.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문제부터 말씀드리겠습니다. 하나의 업무가 여러 메일과 여러 Thread에 흩어져 도착하고, 기한 변경이나 자료 회신 같은 후속 메일은 표현이 매번 달라집니다. 그래서 사용자는 메일이 올 때마다 과거 메일을 다시 찾아, 이게 새 업무인지 기존 업무의 변경인지 직접 판단해야 합니다. 놓치면 기한을 넘기고, 잘못 붙이면 엉뚱한 업무의 상태가 바뀝니다. 제가 풀려는 것은 이 판단입니다.</a:t>
            </a:r>
          </a:p>
          <a:p xmlns:a="http://schemas.openxmlformats.org/drawingml/2006/main">
            <a:r>
              <a:t/>
            </a:r>
          </a:p>
          <a:p xmlns:a="http://schemas.openxmlformats.org/drawingml/2006/main">
            <a:r>
              <a:t>가운데 다섯 상자는 실제로 도는 역할입니다. 메일 분석기가 의미와 의도를 구조화하고, 컨텍스트 에이전트가 관계와 대상, 행동 후보를 두세 개 만듭니다. 같은 에이전트를 한 번 더 부르는데 이번엔 평가만 시킵니다. 만드는 호출과 고르는 호출이 다릅니다. 그다음 파이썬 가드가 후보와 상태 전이, 중요 변경을 검증하고 기준에 못 미치면 사용자 확인으로 넘깁니다. 마지막이 회신 에이전트입니다. 엘엘엠이 판단하는 자리와 파이썬이 통제하는 자리가 이 그림에서 갈립니다.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M-03을 한 번의 호출로 두지 않은 이유가 중요합니다. 후보와 승자를 한 응답에서 같이 받으면, 모델이 실제로 후보를 견주었는지 결론을 먼저 정하고 설명을 붙였는지 구분할 방법이 없습니다. 그래서 생성과 평가를 다른 호출로 나눴습니다. 생성 단계는 후보 두세 개를 근거와 함께 내고 점수는 매기지 않습니다. Python이 후보 ID와 관계 계약을 검증하고, 통과한 후보만 평가 단계로 넘어가 지지도를 받습니다. 상위 두 지지도의 차이는 Python이 계산합니다.</a:t>
            </a:r>
          </a:p>
          <a:p xmlns:a="http://schemas.openxmlformats.org/drawingml/2006/main">
            <a:r>
              <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랭그래프를 왜 쓰지 않았는지 물으실 수 있어 먼저 말씀드리겠습니다. 이 시스템은 에이전트가 하나이고, 상태는 태스크 다섯 개와 행동 일곱 개로 닫혀 있습니다. 그래서 파이썬 상태와 가드만으로 흐름이 단순하게 유지되고, 무엇보다 검증이 쉬웠습니다. 프레임워크를 얹으면 의존성은 늘지만 이 범위에서는 동작이 달라지지 않습니다. 분기와 중단, 재개가 지금보다 복잡해지는 시점에 랭그래프를 다시 검토하겠습니다.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슬라이드의 난제부터 말씀드리겠습니다. 저는 이미 Agent를 쓰고 있었습니다. 문제는 그 Agent가 결론을 하나만 돌려줬다는 것입니다. 관계 하나, 대상 하나, 행동 하나에 설명 한 줄입니다. 이러면 모델이 후보를 실제로 견주고 고른 것인지, 결론을 먼저 정하고 그럴듯한 설명을 붙인 것인지 밖에서 구분할 방법이 없습니다. 멘토님 피드백도 매번 같았습니다. 룰 베이스처럼 보인다, 어떤 후보를 검토했는지 보여 달라. 판단의 품질이 아니라 판단의 검증 가능성이 막힌 지점이었습니다.</a:t>
            </a:r>
          </a:p>
          <a:p xmlns:a="http://schemas.openxmlformats.org/drawingml/2006/main">
            <a:r>
              <a:t/>
            </a:r>
          </a:p>
          <a:p xmlns:a="http://schemas.openxmlformats.org/drawingml/2006/main">
            <a:r>
              <a:t>그래서 적용한 기법이 화면에 적힌 제한적 다중 가설 숙고입니다. 먼저 분명히 해 두겠습니다. 트리 오브 소트를 구현한 것이 아닙니다. 후보 생성과 평가를 분리한다는 아이디어만 참고했고, 후보 두세 개, 평가 한 번, 재검색 한 번으로 제한했습니다. 메일 한 건을 업무로 옮기는 판단은 단계가 깊지 않은 대신 틀렸을 때 비용이 업무 데이터 오변경이기 때문입니다. 생성과 평가를 서로 다른 호출로 나눈 것이 핵심입니다. 생성 단계는 점수를 매기지 않고, 평가 단계는 새로 만들지 못합니다. 그래서 화면에 남는 후보 목록이 사후 설명이 아니라 실제로 비교된 기록이 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케이스는 엘엘엠 출력이 회차마다 달라져서 각 설정을 세 번씩 돌렸습니다. 통과 수는 켠 쪽이 삼, 삼, 이이고 끈 쪽이 이, 이, 이입니다. 한 회차 숫자를 결론으로 쓰지 않았습니다.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건입니다. 엘엘엠을 호출하지 않는 목 경로에서는 양쪽이 모두 사 대 사로 차이가 없습니다. 목 분석기는 어휘 겹침만 보기 때문에 숙고가 다루는 판단 자체가 생기지 않습니다.</a:t>
            </a:r>
          </a:p>
          <a:p xmlns:a="http://schemas.openxmlformats.org/drawingml/2006/main">
            <a:r>
              <a:t/>
            </a:r>
          </a:p>
          <a:p xmlns:a="http://schemas.openxmlformats.org/drawingml/2006/main">
            <a:r>
              <a:t>실패도 말씀드리겠습니다. 처음 구현에서 응답 검증을 재시도 루프 밖에 두었습니다. 그래서 모델이 필드 하나를 배열로 돌려준 것만으로 판단 전체가 실패했고, 저장해 둔 실제 Gmail 서른다섯 건을 다시 흘려보냈을 때 판단 네 건이 사라졌습니다. 합성 테스트로는 드러나지 않았고 실제 데이터 재생에서 잡혔습니다. 검증을 루프 안으로 옮긴 뒤 유실은 0건입니다.</a:t>
            </a:r>
          </a:p>
          <a:p xmlns:a="http://schemas.openxmlformats.org/drawingml/2006/main">
            <a:r>
              <a:t/>
            </a:r>
          </a:p>
          <a:p xmlns:a="http://schemas.openxmlformats.org/drawingml/2006/main">
            <a:r>
              <a:t>반대로 개선되지 않은 것도 말씀드리겠습니다. 검색 결과 안에 명령을 심어 둔 케이스는 두 설정 모두 세 번 모두 기대값을 충족하지 못했습니다. 기대값은 사용자 확인인데 실제로는 무시로 끝났습니다. 다만 이 케이스가 확인해야 할 안전 속성인, 심어진 명령을 실행하지 않는다는 점은 여섯 번 모두 지켜졌습니다. 본문이 지시한 전체 완료 처리와 기록 삭제는 한 번도 일어나지 않았습니다. 명령은 거부하지만 사람에게 넘기지는 않는, 안전하되 정보를 버리는 동작이고 한계로 남겨 두었습니다. 화면의 신뢰도와 지지도 역시 모델의 자기보고 값이지 검증된 정답 확률이 아닙니다.</a:t>
            </a:r>
          </a:p>
          <a:p xmlns:a="http://schemas.openxmlformats.org/drawingml/2006/main">
            <a:r>
              <a:t/>
            </a:r>
          </a:p>
          <a:p xmlns:a="http://schemas.openxmlformats.org/drawingml/2006/main">
            <a:r>
              <a:t>마지막으로 하지 않은 선택입니다. 여러 계획을 만들어 비교하는 Tree of Thoughts는 적용하지 않았습니다. 메일 한 건을 업무로 옮기는 판단은 단계가 깊지 않은 대신 틀렸을 때 비용이 업무 데이터 오변경이라, 후보를 두세 개로 제한하고 평가와 재검색을 각각 한 번으로 묶은 뒤 결정론적 Guard와 사용자 승인으로 막는 쪽을 택했습니다. 문서에도 구현했다고 쓰지 않고 거기서 착안한 제한적 후보 탐색·평가라고 적었습니다.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8b1b7ee5bc49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28e5b2887d4cc6" /><Relationship Type="http://schemas.openxmlformats.org/officeDocument/2006/relationships/slideLayout" Target="/ppt/slideLayouts/slideLayout1.xml" Id="Rd3dc6380a13042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dc6380a13042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c201f2aa7ac4e87" /><Relationship Type="http://schemas.openxmlformats.org/officeDocument/2006/relationships/notesSlide" Target="/ppt/notesSlides/notesSlide1.xml" Id="Refbb682bc91b42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e2de80103b241e0" /><Relationship Type="http://schemas.openxmlformats.org/officeDocument/2006/relationships/notesSlide" Target="/ppt/notesSlides/notesSlide2.xml" Id="Ra06b43d1bc164d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6b587b4a08c4a0e" /><Relationship Type="http://schemas.openxmlformats.org/officeDocument/2006/relationships/notesSlide" Target="/ppt/notesSlides/notesSlide3.xml" Id="R8d101b628b144c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c1e94a4158d4d70" /><Relationship Type="http://schemas.openxmlformats.org/officeDocument/2006/relationships/notesSlide" Target="/ppt/notesSlides/notesSlide4.xml" Id="Re70b267850964853"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982A81-33EB-480F-9B8C-2933D11283A7}"/>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57D798-E48D-4F6D-A0A1-15137FDC9E06}"/>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51648273-0D8C-4A01-8D15-31E9CB4808F5}"/>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0BFEE76A-1445-4D5F-81F7-1FCB66B755D3}"/>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549FEF1D-81E2-4A8D-A21E-678A9434B6D8}"/>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D1973D4-6DEF-4BE7-B175-ADF8486466A0}"/>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B42FCDDD-D1A2-4273-99FD-9637D00FCBF3}"/>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3E54C61A-6816-432C-AA92-F607D3E14FDD}"/>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41844490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7A2250E3-5B7B-4E72-A8F9-DAF82A90E3B7}"/>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6BEAC7-4364-422F-ADD5-36B3AF6E84BA}"/>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8E96C052-8044-41DC-A9AF-35A17C899ABA}"/>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344D52-13B2-4E48-B717-B9AE423F4B89}"/>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3E5E0E0D-10CA-478C-8C6E-A0BAC69A08A2}"/>
              </a:ext>
            </a:extLst>
          </p:cNvPr>
          <p:cNvSpPr>
            <a:spLocks xmlns:a="http://schemas.openxmlformats.org/drawingml/2006/main" noGrp="1"/>
          </p:cNvSpPr>
          <p:nvPr/>
        </p:nvSpPr>
        <p:spPr>
          <a:xfrm xmlns:a="http://schemas.openxmlformats.org/drawingml/2006/main">
            <a:off x="571500" y="12192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1159"/>
          </a:bodyPr>
          <a:lstStyle xmlns:a="http://schemas.openxmlformats.org/drawingml/2006/main"/>
          <a:p xmlns:a="http://schemas.openxmlformats.org/drawingml/2006/main">
            <a:pPr algn="l">
              <a:defRPr sz="1725" b="1">
                <a:solidFill>
                  <a:srgbClr val="1769E0"/>
                </a:solidFill>
                <a:latin typeface="Malgun Gothic"/>
                <a:ea typeface="Malgun Gothic"/>
                <a:cs typeface="Malgun Gothic"/>
              </a:defRPr>
            </a:pPr>
            <a:r>
              <a:rPr sz="1725" b="1">
                <a:solidFill>
                  <a:srgbClr val="1769E0"/>
                </a:solidFill>
                <a:latin typeface="Malgun Gothic"/>
                <a:ea typeface="Malgun Gothic"/>
                <a:cs typeface="Malgun Gothic"/>
              </a:rPr>
              <a:t>같은 업무 요청이 여러 메일과 Thread에 흩어져 도착합니다</a:t>
            </a:r>
          </a:p>
        </p:txBody>
      </p:sp>
      <p:sp>
        <p:nvSpPr>
          <p:cNvPr id="6" name="">
            <a:extLst xmlns:a="http://schemas.openxmlformats.org/drawingml/2006/main">
              <a:ext uri="{FF2B5EF4-FFF2-40B4-BE49-F238E27FC236}">
                <a16:creationId xmlns:a16="http://schemas.microsoft.com/office/drawing/2014/main" id="{7F2D4896-D96C-4CE3-B3C9-4D2CEED51F90}"/>
              </a:ext>
            </a:extLst>
          </p:cNvPr>
          <p:cNvSpPr>
            <a:spLocks xmlns:a="http://schemas.openxmlformats.org/drawingml/2006/main" noGrp="1"/>
          </p:cNvSpPr>
          <p:nvPr/>
        </p:nvSpPr>
        <p:spPr>
          <a:xfrm xmlns:a="http://schemas.openxmlformats.org/drawingml/2006/main">
            <a:off x="571500" y="15621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172033"/>
                </a:solidFill>
                <a:latin typeface="Malgun Gothic"/>
                <a:ea typeface="Malgun Gothic"/>
                <a:cs typeface="Malgun Gothic"/>
              </a:defRPr>
            </a:pPr>
            <a:r>
              <a:rPr sz="1200" b="0">
                <a:solidFill>
                  <a:srgbClr val="172033"/>
                </a:solidFill>
                <a:latin typeface="Malgun Gothic"/>
                <a:ea typeface="Malgun Gothic"/>
                <a:cs typeface="Malgun Gothic"/>
              </a:rPr>
              <a:t>무엇이 새 업무이고 무엇이 기존 업무의 변경인지 사람이 매번 판단해야 합니다. 놓치면 기한을 넘기고, 잘못 붙이면 엉뚱한 업무가 바뀝니다.</a:t>
            </a:r>
          </a:p>
        </p:txBody>
      </p:sp>
      <p:sp>
        <p:nvSpPr>
          <p:cNvPr id="7" name="">
            <a:extLst xmlns:a="http://schemas.openxmlformats.org/drawingml/2006/main">
              <a:ext uri="{FF2B5EF4-FFF2-40B4-BE49-F238E27FC236}">
                <a16:creationId xmlns:a16="http://schemas.microsoft.com/office/drawing/2014/main" id="{119E63A5-6495-4D59-821D-55AE74E653D2}"/>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5C189DA6-D066-478C-BB00-11F88B27B157}"/>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59AA0F9-A69A-45D4-A066-E340ED905161}"/>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654FCC31-C032-4FD3-B68C-38770CEEAA76}"/>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의미·Intent·기한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gpt-4.1-mini</a:t>
            </a:r>
          </a:p>
        </p:txBody>
      </p:sp>
      <p:sp>
        <p:nvSpPr>
          <p:cNvPr id="11" name="">
            <a:extLst xmlns:a="http://schemas.openxmlformats.org/drawingml/2006/main">
              <a:ext uri="{FF2B5EF4-FFF2-40B4-BE49-F238E27FC236}">
                <a16:creationId xmlns:a16="http://schemas.microsoft.com/office/drawing/2014/main" id="{34973555-052B-4A64-B8CF-02B356DE8D44}"/>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924D7F-EE92-4AAB-89F8-4CF587C75B59}"/>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59BB35EF-866F-4F20-9879-7312600DE712}"/>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4281AE3-D3D8-45ED-8987-D77CEC225ACF}"/>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15" name="">
            <a:extLst xmlns:a="http://schemas.openxmlformats.org/drawingml/2006/main">
              <a:ext uri="{FF2B5EF4-FFF2-40B4-BE49-F238E27FC236}">
                <a16:creationId xmlns:a16="http://schemas.microsoft.com/office/drawing/2014/main" id="{CBB55C41-987B-439C-819F-02C2D207C999}"/>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15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생성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관계·대상·Action 후보 2~3개</a:t>
            </a:r>
          </a:p>
        </p:txBody>
      </p:sp>
      <p:sp>
        <p:nvSpPr>
          <p:cNvPr id="16" name="">
            <a:extLst xmlns:a="http://schemas.openxmlformats.org/drawingml/2006/main">
              <a:ext uri="{FF2B5EF4-FFF2-40B4-BE49-F238E27FC236}">
                <a16:creationId xmlns:a16="http://schemas.microsoft.com/office/drawing/2014/main" id="{466567CB-9300-4524-B565-9DF68F8006FB}"/>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41DE8FA-D828-47F0-A312-B4418F0E705B}"/>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26E8B4DB-E764-4406-8553-3EF19D995CDC}"/>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3C2D1E4-2024-4F91-A6BC-E9896397A749}"/>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20" name="">
            <a:extLst xmlns:a="http://schemas.openxmlformats.org/drawingml/2006/main">
              <a:ext uri="{FF2B5EF4-FFF2-40B4-BE49-F238E27FC236}">
                <a16:creationId xmlns:a16="http://schemas.microsoft.com/office/drawing/2014/main" id="{ADB26829-57E5-449B-BBE9-13BDEF8327CA}"/>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6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평가</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지지도 산출 후 하나 선택</a:t>
            </a:r>
          </a:p>
        </p:txBody>
      </p:sp>
      <p:sp>
        <p:nvSpPr>
          <p:cNvPr id="21" name="">
            <a:extLst xmlns:a="http://schemas.openxmlformats.org/drawingml/2006/main">
              <a:ext uri="{FF2B5EF4-FFF2-40B4-BE49-F238E27FC236}">
                <a16:creationId xmlns:a16="http://schemas.microsoft.com/office/drawing/2014/main" id="{2871AE45-4EDD-4625-8DA7-7E47C61018B6}"/>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C4A2454-FA9A-463B-9928-B699DE6B3B78}"/>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7061E416-21E8-4E9A-9DAB-CA599792908F}"/>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0D5372E-6ECB-42CB-82D9-11E3DA90266E}"/>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Python Guard</a:t>
            </a:r>
          </a:p>
        </p:txBody>
      </p:sp>
      <p:sp>
        <p:nvSpPr>
          <p:cNvPr id="25" name="">
            <a:extLst xmlns:a="http://schemas.openxmlformats.org/drawingml/2006/main">
              <a:ext uri="{FF2B5EF4-FFF2-40B4-BE49-F238E27FC236}">
                <a16:creationId xmlns:a16="http://schemas.microsoft.com/office/drawing/2014/main" id="{35B2F0B8-1B4F-4497-8DBC-6145F6EFF349}"/>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8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후보·전이·중요 변경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미달 시 ASK_USER</a:t>
            </a:r>
          </a:p>
        </p:txBody>
      </p:sp>
      <p:sp>
        <p:nvSpPr>
          <p:cNvPr id="26" name="">
            <a:extLst xmlns:a="http://schemas.openxmlformats.org/drawingml/2006/main">
              <a:ext uri="{FF2B5EF4-FFF2-40B4-BE49-F238E27FC236}">
                <a16:creationId xmlns:a16="http://schemas.microsoft.com/office/drawing/2014/main" id="{A4C6E2BF-0F26-4B09-B1DA-CD4AB75B5C61}"/>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A7942B9-5744-4247-AF6F-5075F112A19A}"/>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7E5EFD9C-C02A-4DEE-B3BA-9B983F36B443}"/>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0829765-7AE7-4FFA-8DAD-B8785C56011C}"/>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Reply Agent</a:t>
            </a:r>
          </a:p>
        </p:txBody>
      </p:sp>
      <p:sp>
        <p:nvSpPr>
          <p:cNvPr id="30" name="">
            <a:extLst xmlns:a="http://schemas.openxmlformats.org/drawingml/2006/main">
              <a:ext uri="{FF2B5EF4-FFF2-40B4-BE49-F238E27FC236}">
                <a16:creationId xmlns:a16="http://schemas.microsoft.com/office/drawing/2014/main" id="{4E72E15B-EB71-44C4-A41B-5CC21F6A2211}"/>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회신 방식 판단·초안</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승인 후 Gmail 발송</a:t>
            </a:r>
          </a:p>
        </p:txBody>
      </p:sp>
      <p:sp>
        <p:nvSpPr>
          <p:cNvPr id="31" name="">
            <a:extLst xmlns:a="http://schemas.openxmlformats.org/drawingml/2006/main">
              <a:ext uri="{FF2B5EF4-FFF2-40B4-BE49-F238E27FC236}">
                <a16:creationId xmlns:a16="http://schemas.microsoft.com/office/drawing/2014/main" id="{52544AE9-B3D6-4472-B232-C3542B920B58}"/>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A8DFA41A-69C2-4960-8B18-7674B3C693EF}"/>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B1811D88-E571-444D-81D4-30CA8C322FB9}"/>
              </a:ext>
            </a:extLst>
          </p:cNvPr>
          <p:cNvSpPr>
            <a:spLocks xmlns:a="http://schemas.openxmlformats.org/drawingml/2006/main" noGrp="1"/>
          </p:cNvSpPr>
          <p:nvPr/>
        </p:nvSpPr>
        <p:spPr>
          <a:xfrm xmlns:a="http://schemas.openxmlformats.org/drawingml/2006/main">
            <a:off x="571500" y="42386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1E28D2B6-AEE1-4555-B558-2DE8AD654F98}"/>
              </a:ext>
            </a:extLst>
          </p:cNvPr>
          <p:cNvSpPr>
            <a:spLocks xmlns:a="http://schemas.openxmlformats.org/drawingml/2006/main" noGrp="1"/>
          </p:cNvSpPr>
          <p:nvPr/>
        </p:nvSpPr>
        <p:spPr>
          <a:xfrm xmlns:a="http://schemas.openxmlformats.org/drawingml/2006/main">
            <a:off x="5715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5F046CF8-98CC-491D-BC76-666764967B45}"/>
              </a:ext>
            </a:extLst>
          </p:cNvPr>
          <p:cNvSpPr>
            <a:spLocks xmlns:a="http://schemas.openxmlformats.org/drawingml/2006/main" noGrp="1"/>
          </p:cNvSpPr>
          <p:nvPr/>
        </p:nvSpPr>
        <p:spPr>
          <a:xfrm xmlns:a="http://schemas.openxmlformats.org/drawingml/2006/main">
            <a:off x="5715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62B5AC0A-0C46-4801-88C1-4C757D1910B5}"/>
              </a:ext>
            </a:extLst>
          </p:cNvPr>
          <p:cNvSpPr>
            <a:spLocks xmlns:a="http://schemas.openxmlformats.org/drawingml/2006/main" noGrp="1"/>
          </p:cNvSpPr>
          <p:nvPr/>
        </p:nvSpPr>
        <p:spPr>
          <a:xfrm xmlns:a="http://schemas.openxmlformats.org/drawingml/2006/main">
            <a:off x="321945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C00F5916-050E-4AF0-B0F9-3C3E0CCD1DCE}"/>
              </a:ext>
            </a:extLst>
          </p:cNvPr>
          <p:cNvSpPr>
            <a:spLocks xmlns:a="http://schemas.openxmlformats.org/drawingml/2006/main" noGrp="1"/>
          </p:cNvSpPr>
          <p:nvPr/>
        </p:nvSpPr>
        <p:spPr>
          <a:xfrm xmlns:a="http://schemas.openxmlformats.org/drawingml/2006/main">
            <a:off x="321945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99612E8C-031B-4B65-A51E-4F49B58BAA03}"/>
              </a:ext>
            </a:extLst>
          </p:cNvPr>
          <p:cNvSpPr>
            <a:spLocks xmlns:a="http://schemas.openxmlformats.org/drawingml/2006/main" noGrp="1"/>
          </p:cNvSpPr>
          <p:nvPr/>
        </p:nvSpPr>
        <p:spPr>
          <a:xfrm xmlns:a="http://schemas.openxmlformats.org/drawingml/2006/main">
            <a:off x="58674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5403E7AF-EAE8-4AF5-95EA-D5800BA37F8B}"/>
              </a:ext>
            </a:extLst>
          </p:cNvPr>
          <p:cNvSpPr>
            <a:spLocks xmlns:a="http://schemas.openxmlformats.org/drawingml/2006/main" noGrp="1"/>
          </p:cNvSpPr>
          <p:nvPr/>
        </p:nvSpPr>
        <p:spPr>
          <a:xfrm xmlns:a="http://schemas.openxmlformats.org/drawingml/2006/main">
            <a:off x="58674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40A3CCBF-DB60-4746-AFD1-9B75C6FDD7B0}"/>
              </a:ext>
            </a:extLst>
          </p:cNvPr>
          <p:cNvSpPr>
            <a:spLocks xmlns:a="http://schemas.openxmlformats.org/drawingml/2006/main" noGrp="1"/>
          </p:cNvSpPr>
          <p:nvPr/>
        </p:nvSpPr>
        <p:spPr>
          <a:xfrm xmlns:a="http://schemas.openxmlformats.org/drawingml/2006/main">
            <a:off x="8001000" y="4514850"/>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0243E"/>
                </a:solidFill>
                <a:latin typeface="Malgun Gothic"/>
                <a:ea typeface="Malgun Gothic"/>
                <a:cs typeface="Malgun Gothic"/>
              </a:defRPr>
            </a:pPr>
            <a:r>
              <a:rPr sz="975" b="1">
                <a:solidFill>
                  <a:srgbClr val="10243E"/>
                </a:solidFill>
                <a:latin typeface="Malgun Gothic"/>
                <a:ea typeface="Malgun Gothic"/>
                <a:cs typeface="Malgun Gothic"/>
              </a:rPr>
              <a:t>보조 검증  |  pytest 227 passed  ·  중복 재조회 35/35</a:t>
            </a:r>
          </a:p>
        </p:txBody>
      </p:sp>
      <p:sp>
        <p:nvSpPr>
          <p:cNvPr id="41" name="">
            <a:extLst xmlns:a="http://schemas.openxmlformats.org/drawingml/2006/main">
              <a:ext uri="{FF2B5EF4-FFF2-40B4-BE49-F238E27FC236}">
                <a16:creationId xmlns:a16="http://schemas.microsoft.com/office/drawing/2014/main" id="{5ACDBB2B-4C42-474B-B7B9-338158AFCFE8}"/>
              </a:ext>
            </a:extLst>
          </p:cNvPr>
          <p:cNvSpPr>
            <a:spLocks xmlns:a="http://schemas.openxmlformats.org/drawingml/2006/main" noGrp="1"/>
          </p:cNvSpPr>
          <p:nvPr/>
        </p:nvSpPr>
        <p:spPr>
          <a:xfrm xmlns:a="http://schemas.openxmlformats.org/drawingml/2006/main">
            <a:off x="7239000" y="47434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38A62"/>
                </a:solidFill>
                <a:latin typeface="Malgun Gothic"/>
                <a:ea typeface="Malgun Gothic"/>
                <a:cs typeface="Malgun Gothic"/>
              </a:defRPr>
            </a:pPr>
            <a:r>
              <a:rPr sz="975" b="1">
                <a:solidFill>
                  <a:srgbClr val="138A62"/>
                </a:solidFill>
                <a:latin typeface="Malgun Gothic"/>
                <a:ea typeface="Malgun Gothic"/>
                <a:cs typeface="Malgun Gothic"/>
              </a:rPr>
              <a:t>Reply Planning 3/3  ·  Draft 1/1  ·  사용자 승인 실제 Gmail 발송 1건</a:t>
            </a:r>
          </a:p>
        </p:txBody>
      </p:sp>
      <p:sp>
        <p:nvSpPr>
          <p:cNvPr id="42" name="">
            <a:extLst xmlns:a="http://schemas.openxmlformats.org/drawingml/2006/main">
              <a:ext uri="{FF2B5EF4-FFF2-40B4-BE49-F238E27FC236}">
                <a16:creationId xmlns:a16="http://schemas.microsoft.com/office/drawing/2014/main" id="{7D5D756C-0537-455C-A91B-FB4C38A25061}"/>
              </a:ext>
            </a:extLst>
          </p:cNvPr>
          <p:cNvSpPr>
            <a:spLocks xmlns:a="http://schemas.openxmlformats.org/drawingml/2006/main" noGrp="1"/>
          </p:cNvSpPr>
          <p:nvPr/>
        </p:nvSpPr>
        <p:spPr>
          <a:xfrm xmlns:a="http://schemas.openxmlformats.org/drawingml/2006/main">
            <a:off x="571500" y="527685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자동 반영 비율  |  정의된 합성 15 Case에서 자동 반영 8/15(53.3%)  ·  사용자 확인 7/15(46.7%)</a:t>
            </a:r>
          </a:p>
        </p:txBody>
      </p:sp>
      <p:sp>
        <p:nvSpPr>
          <p:cNvPr id="43" name="">
            <a:extLst xmlns:a="http://schemas.openxmlformats.org/drawingml/2006/main">
              <a:ext uri="{FF2B5EF4-FFF2-40B4-BE49-F238E27FC236}">
                <a16:creationId xmlns:a16="http://schemas.microsoft.com/office/drawing/2014/main" id="{A4F935FC-980E-4023-A87D-6946C51083B6}"/>
              </a:ext>
            </a:extLst>
          </p:cNvPr>
          <p:cNvSpPr>
            <a:spLocks xmlns:a="http://schemas.openxmlformats.org/drawingml/2006/main" noGrp="1"/>
          </p:cNvSpPr>
          <p:nvPr/>
        </p:nvSpPr>
        <p:spPr>
          <a:xfrm xmlns:a="http://schemas.openxmlformats.org/drawingml/2006/main">
            <a:off x="571500" y="5505450"/>
            <a:ext cx="1104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834"/>
          </a:bodyPr>
          <a:lstStyle xmlns:a="http://schemas.openxmlformats.org/drawingml/2006/main"/>
          <a:p xmlns:a="http://schemas.openxmlformats.org/drawingml/2006/main">
            <a:pPr algn="l">
              <a:defRPr sz="863" b="0">
                <a:solidFill>
                  <a:srgbClr val="657187"/>
                </a:solidFill>
                <a:latin typeface="Malgun Gothic"/>
                <a:ea typeface="Malgun Gothic"/>
                <a:cs typeface="Malgun Gothic"/>
              </a:defRPr>
            </a:pPr>
            <a:r>
              <a:rPr sz="863" b="0">
                <a:solidFill>
                  <a:srgbClr val="657187"/>
                </a:solidFill>
                <a:latin typeface="Malgun Gothic"/>
                <a:ea typeface="Malgun Gothic"/>
                <a:cs typeface="Malgun Gothic"/>
              </a:rPr>
              <a:t>위 수치는 정의된 Case 범위의 결과이며 실제 Mailbox 전체 성능이 아닙니다. 사용자 체감 시간은 미측정입니다.</a:t>
            </a:r>
          </a:p>
        </p:txBody>
      </p:sp>
      <p:sp>
        <p:nvSpPr>
          <p:cNvPr id="44" name="">
            <a:extLst xmlns:a="http://schemas.openxmlformats.org/drawingml/2006/main">
              <a:ext uri="{FF2B5EF4-FFF2-40B4-BE49-F238E27FC236}">
                <a16:creationId xmlns:a16="http://schemas.microsoft.com/office/drawing/2014/main" id="{9B1EF45A-292C-4670-84C2-AEFD48664D0E}"/>
              </a:ext>
            </a:extLst>
          </p:cNvPr>
          <p:cNvSpPr>
            <a:spLocks xmlns:a="http://schemas.openxmlformats.org/drawingml/2006/main" noGrp="1"/>
          </p:cNvSpPr>
          <p:nvPr/>
        </p:nvSpPr>
        <p:spPr>
          <a:xfrm xmlns:a="http://schemas.openxmlformats.org/drawingml/2006/main">
            <a:off x="571500" y="5734050"/>
            <a:ext cx="11049000" cy="419100"/>
          </a:xfrm>
          <a:prstGeom xmlns:a="http://schemas.openxmlformats.org/drawingml/2006/main" prst="roundRect">
            <a:avLst>
              <a:gd name="adj" fmla="val 18182"/>
            </a:avLst>
          </a:prstGeom>
          <a:solidFill xmlns:a="http://schemas.openxmlformats.org/drawingml/2006/main">
            <a:srgbClr val="EFF5FD"/>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FDB33265-245D-45AE-888B-E7F4DCB0C4C8}"/>
              </a:ext>
            </a:extLst>
          </p:cNvPr>
          <p:cNvSpPr>
            <a:spLocks xmlns:a="http://schemas.openxmlformats.org/drawingml/2006/main" noGrp="1"/>
          </p:cNvSpPr>
          <p:nvPr/>
        </p:nvSpPr>
        <p:spPr>
          <a:xfrm xmlns:a="http://schemas.openxmlformats.org/drawingml/2006/main">
            <a:off x="781050" y="58197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핵심 메시지  |  규칙으로 열거할 수 없는 "이 메일이 어느 업무인가"만 Agent가 판단하고, 실행 권한은 Python과 사용자가 가집니다.</a:t>
            </a:r>
          </a:p>
        </p:txBody>
      </p:sp>
    </p:spTree>
    <p:extLst>
      <p:ext uri="{BB962C8B-B14F-4D97-AF65-F5344CB8AC3E}">
        <p14:creationId xmlns:p14="http://schemas.microsoft.com/office/powerpoint/2010/main" val="49775591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725C6355-062D-4FEC-B85B-7F48B11012AE}"/>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E06E21-4560-4408-9D22-9A0C9B945678}"/>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DD092C29-D8E6-45E6-9BF6-5D88DDF88BE8}"/>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9154C00-ACF3-4306-8DD1-CD7A53BE2FB3}"/>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7B7BAD21-4A99-4518-85F0-847986C92246}"/>
              </a:ext>
            </a:extLst>
          </p:cNvPr>
          <p:cNvSpPr>
            <a:spLocks xmlns:a="http://schemas.openxmlformats.org/drawingml/2006/main" noGrp="1"/>
          </p:cNvSpPr>
          <p:nvPr/>
        </p:nvSpPr>
        <p:spPr>
          <a:xfrm xmlns:a="http://schemas.openxmlformats.org/drawingml/2006/main">
            <a:off x="571500" y="12001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lgn="l">
              <a:defRPr sz="1425" b="1">
                <a:solidFill>
                  <a:srgbClr val="1769E0"/>
                </a:solidFill>
                <a:latin typeface="Malgun Gothic"/>
                <a:ea typeface="Malgun Gothic"/>
                <a:cs typeface="Malgun Gothic"/>
              </a:defRPr>
            </a:pPr>
            <a:r>
              <a:rPr sz="1425" b="1">
                <a:solidFill>
                  <a:srgbClr val="1769E0"/>
                </a:solidFill>
                <a:latin typeface="Malgun Gothic"/>
                <a:ea typeface="Malgun Gothic"/>
                <a:cs typeface="Malgun Gothic"/>
              </a:rPr>
              <a:t>M-01~M-05 Workflow는 안전한 실행 뼈대, 규칙으로 확정할 수 없는 관계·대상·Action은 Agent가 판단</a:t>
            </a:r>
          </a:p>
        </p:txBody>
      </p:sp>
      <p:sp>
        <p:nvSpPr>
          <p:cNvPr id="6" name="">
            <a:extLst xmlns:a="http://schemas.openxmlformats.org/drawingml/2006/main">
              <a:ext uri="{FF2B5EF4-FFF2-40B4-BE49-F238E27FC236}">
                <a16:creationId xmlns:a16="http://schemas.microsoft.com/office/drawing/2014/main" id="{E43DC21F-C471-4EF3-8647-3365A7B5D6C1}"/>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BF273617-3BA9-44B3-880C-35D178EFDF60}"/>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15E6D0-069D-47F9-B551-6FD3A875547A}"/>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A03A849D-3589-4D02-BC53-4DE79EA642FE}"/>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8EBDFD83-F592-4C8A-AE2A-5CC7B6B6944C}"/>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1EB9FEDD-EDAB-4206-878E-98049C606975}"/>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CE52419-9021-4471-81C2-95C0C841D56A}"/>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4783877D-368B-4AF5-ACA9-F3466794E641}"/>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4B5C63C-2232-48F5-903B-740FAC45CFA7}"/>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83993E2B-F121-410D-9937-A97587DBE8AD}"/>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B514F82E-5100-43DB-83D9-1AD962F7A576}"/>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19"/>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7A5AABA0-AA12-423B-8671-A31CD0B926CE}"/>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FE68240-25A2-45E0-88DC-6BD707FEDF82}"/>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14210D37-7A6F-427C-B877-C3935DE0CD8A}"/>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FDCFAD4-B557-4CBD-B275-25F5E56ED1A2}"/>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013E25AA-0F91-45A8-9F0D-47D5CCDAD75A}"/>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4DAA719A-C76E-48D0-89AC-2713749CF2F5}"/>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FA84AEE3-09CB-4689-AD15-BFB35F34B6D3}"/>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89FFB0C-6595-4526-AD77-1F854095068C}"/>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8F19F06A-7D18-4235-BDBF-7C1CDB585FFA}"/>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6257BBF-6DB2-4FE4-A601-2D7C3F4DA57A}"/>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F472E77E-5B3A-47D2-81D0-0D99B018315D}"/>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A420F73E-8F71-43FB-9CC5-B39AB2A51373}"/>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E9C5E9AE-B96E-4D7C-887B-967539D0C53F}"/>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7F0A281A-2437-4DE2-9F34-E938C3AB46B4}"/>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102411AA-3455-426F-B61A-CB62E3CADA74}"/>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5C20F7BD-73FB-4867-A974-AC4075B6FF03}"/>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EB463B6B-C645-4C8D-AC8B-F9C0422F8580}"/>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0F6E3B7A-D2D9-4071-849B-124F7B239021}"/>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DB4EE802-5588-4271-9D7A-B2482B33F2CB}"/>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8DA99E7-5B7A-4EE5-A5A5-00C5F0C137F9}"/>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92D18439-370C-4472-B244-7B955744E552}"/>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7E05F5DA-8B56-48D6-8F8D-0AC398EE6ABA}"/>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8775339C-5CF5-465F-8B3E-EF16E99D5CA5}"/>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A042DD81-300F-4CD2-A3D7-EC9F9D7B4D05}"/>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F996AD92-89F8-47FA-8CF2-576900F000A1}"/>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EBA00B1-F47C-4A2E-8130-1CB50EA3F67F}"/>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EBF6C13F-57F6-4255-A78C-8D9FB39E4D70}"/>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B5896052-9617-4C81-8F36-30DBC48142A3}"/>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5" name="">
            <a:extLst xmlns:a="http://schemas.openxmlformats.org/drawingml/2006/main">
              <a:ext uri="{FF2B5EF4-FFF2-40B4-BE49-F238E27FC236}">
                <a16:creationId xmlns:a16="http://schemas.microsoft.com/office/drawing/2014/main" id="{04AEC9AB-F16C-4598-AB49-E6BAFD9BFCA7}"/>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EDC2EAA5-CC55-4714-B486-7FF50CE63D0B}"/>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43040C63-A99F-44A2-BDAC-DEE529F36A9D}"/>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7887E1FD-3C87-4D94-9B25-360966F0D344}"/>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A1E9C5BC-6285-4E58-A118-EC3BA05D8DE3}"/>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BE2F2B45-4B45-4797-9794-51B32193E5ED}"/>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5FD4010F-E058-4A06-8A98-A9080879628B}"/>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5632D49E-E48A-44F3-B1A7-0FC69E0AB098}"/>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000A73E7-170F-4064-AD62-43F6CF5BD4FE}"/>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LangGraph 없이 단일 Agent + 결정론 Guard 구성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ID·상태 전이·중요 변경을 Python이 검증</a:t>
            </a:r>
          </a:p>
        </p:txBody>
      </p:sp>
      <p:sp>
        <p:nvSpPr>
          <p:cNvPr id="54" name="">
            <a:extLst xmlns:a="http://schemas.openxmlformats.org/drawingml/2006/main">
              <a:ext uri="{FF2B5EF4-FFF2-40B4-BE49-F238E27FC236}">
                <a16:creationId xmlns:a16="http://schemas.microsoft.com/office/drawing/2014/main" id="{E07FF912-611A-45B1-BDC7-62654EB89C16}"/>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E665115B-3F4A-49AB-A1E4-B7AB880C7F34}"/>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6452140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7DDFD384-15DB-4D10-AA65-5EBD3777EC37}"/>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EE927B-9891-409A-BAB0-967133C4100A}"/>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A8893B91-FD05-4B6E-9FB4-42D5E60D18CC}"/>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DBC120C-F5E1-41CA-BDFA-DB036975FAC6}"/>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EAB03F45-247E-4ADB-B8F3-E4271BB6D93D}"/>
              </a:ext>
            </a:extLst>
          </p:cNvPr>
          <p:cNvSpPr>
            <a:spLocks xmlns:a="http://schemas.openxmlformats.org/drawingml/2006/main" noGrp="1"/>
          </p:cNvSpPr>
          <p:nvPr/>
        </p:nvSpPr>
        <p:spPr>
          <a:xfrm xmlns:a="http://schemas.openxmlformats.org/drawingml/2006/main">
            <a:off x="571500" y="125730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규칙과 단일 결론 Agent만으로 부족했는가</a:t>
            </a:r>
          </a:p>
        </p:txBody>
      </p:sp>
      <p:sp>
        <p:nvSpPr>
          <p:cNvPr id="6" name="">
            <a:extLst xmlns:a="http://schemas.openxmlformats.org/drawingml/2006/main">
              <a:ext uri="{FF2B5EF4-FFF2-40B4-BE49-F238E27FC236}">
                <a16:creationId xmlns:a16="http://schemas.microsoft.com/office/drawing/2014/main" id="{7CBA8390-7FCA-4280-BBE5-C5C8CCBC1717}"/>
              </a:ext>
            </a:extLst>
          </p:cNvPr>
          <p:cNvSpPr>
            <a:spLocks xmlns:a="http://schemas.openxmlformats.org/drawingml/2006/main" noGrp="1"/>
          </p:cNvSpPr>
          <p:nvPr/>
        </p:nvSpPr>
        <p:spPr>
          <a:xfrm xmlns:a="http://schemas.openxmlformats.org/drawingml/2006/main">
            <a:off x="571500" y="15811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2033"/>
                </a:solidFill>
                <a:latin typeface="Malgun Gothic"/>
                <a:ea typeface="Malgun Gothic"/>
                <a:cs typeface="Malgun Gothic"/>
              </a:defRPr>
            </a:pPr>
            <a:r>
              <a:rPr sz="1275" b="0">
                <a:solidFill>
                  <a:srgbClr val="172033"/>
                </a:solidFill>
                <a:latin typeface="Malgun Gothic"/>
                <a:ea typeface="Malgun Gothic"/>
                <a:cs typeface="Malgun Gothic"/>
              </a:rPr>
              <a:t>Agent가 결론 하나만 내면 후보를 견준 것인지 설명을 붙인 것인지 알 수 없습니다. 멘토 피드백도 "Rule Base처럼 보인다"였습니다.</a:t>
            </a:r>
          </a:p>
        </p:txBody>
      </p:sp>
      <p:sp>
        <p:nvSpPr>
          <p:cNvPr id="7" name="">
            <a:extLst xmlns:a="http://schemas.openxmlformats.org/drawingml/2006/main">
              <a:ext uri="{FF2B5EF4-FFF2-40B4-BE49-F238E27FC236}">
                <a16:creationId xmlns:a16="http://schemas.microsoft.com/office/drawing/2014/main" id="{EE475DC2-2ADD-4C25-9E76-474778D74D20}"/>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1E8257-DB93-4F96-88BA-8D610B24E036}"/>
              </a:ext>
            </a:extLst>
          </p:cNvPr>
          <p:cNvSpPr>
            <a:spLocks xmlns:a="http://schemas.openxmlformats.org/drawingml/2006/main" noGrp="1"/>
          </p:cNvSpPr>
          <p:nvPr/>
        </p:nvSpPr>
        <p:spPr>
          <a:xfrm xmlns:a="http://schemas.openxmlformats.org/drawingml/2006/main">
            <a:off x="571500" y="23431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E730F7E5-7381-4B13-84D6-1C921DF9AC97}"/>
              </a:ext>
            </a:extLst>
          </p:cNvPr>
          <p:cNvSpPr>
            <a:spLocks xmlns:a="http://schemas.openxmlformats.org/drawingml/2006/main" noGrp="1"/>
          </p:cNvSpPr>
          <p:nvPr/>
        </p:nvSpPr>
        <p:spPr>
          <a:xfrm xmlns:a="http://schemas.openxmlformats.org/drawingml/2006/main">
            <a:off x="571500" y="25527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적용 기법  |  Bounded Multi-Hypothesis Deliberation</a:t>
            </a:r>
          </a:p>
        </p:txBody>
      </p:sp>
      <p:sp>
        <p:nvSpPr>
          <p:cNvPr id="10" name="">
            <a:extLst xmlns:a="http://schemas.openxmlformats.org/drawingml/2006/main">
              <a:ext uri="{FF2B5EF4-FFF2-40B4-BE49-F238E27FC236}">
                <a16:creationId xmlns:a16="http://schemas.microsoft.com/office/drawing/2014/main" id="{EEE4D21C-435E-4A53-94B4-012A3256BC41}"/>
              </a:ext>
            </a:extLst>
          </p:cNvPr>
          <p:cNvSpPr>
            <a:spLocks xmlns:a="http://schemas.openxmlformats.org/drawingml/2006/main" noGrp="1"/>
          </p:cNvSpPr>
          <p:nvPr/>
        </p:nvSpPr>
        <p:spPr>
          <a:xfrm xmlns:a="http://schemas.openxmlformats.org/drawingml/2006/main">
            <a:off x="571500" y="27432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9296"/>
          </a:bodyPr>
          <a:lstStyle xmlns:a="http://schemas.openxmlformats.org/drawingml/2006/main"/>
          <a:p xmlns:a="http://schemas.openxmlformats.org/drawingml/2006/main">
            <a:pPr algn="l">
              <a:defRPr sz="938" b="0">
                <a:solidFill>
                  <a:srgbClr val="657187"/>
                </a:solidFill>
                <a:latin typeface="Malgun Gothic"/>
                <a:ea typeface="Malgun Gothic"/>
                <a:cs typeface="Malgun Gothic"/>
              </a:defRPr>
            </a:pPr>
            <a:r>
              <a:rPr sz="938" b="0">
                <a:solidFill>
                  <a:srgbClr val="657187"/>
                </a:solidFill>
                <a:latin typeface="Malgun Gothic"/>
                <a:ea typeface="Malgun Gothic"/>
                <a:cs typeface="Malgun Gothic"/>
              </a:rPr>
              <a:t>Tree of Thoughts(Yao et al., NeurIPS 2023)의 후보 생성·평가 분리 아이디어를 참고하되, 후보 2~3개·평가 1회·재검색 1회로 제한했습니다. Full Tree of Thoughts 구현은 아닙니다.</a:t>
            </a:r>
          </a:p>
        </p:txBody>
      </p:sp>
      <p:sp>
        <p:nvSpPr>
          <p:cNvPr id="11" name="">
            <a:extLst xmlns:a="http://schemas.openxmlformats.org/drawingml/2006/main">
              <a:ext uri="{FF2B5EF4-FFF2-40B4-BE49-F238E27FC236}">
                <a16:creationId xmlns:a16="http://schemas.microsoft.com/office/drawing/2014/main" id="{ABD48C57-F6A7-4ACC-8455-95F86AD74252}"/>
              </a:ext>
            </a:extLst>
          </p:cNvPr>
          <p:cNvSpPr>
            <a:spLocks xmlns:a="http://schemas.openxmlformats.org/drawingml/2006/main" noGrp="1"/>
          </p:cNvSpPr>
          <p:nvPr/>
        </p:nvSpPr>
        <p:spPr>
          <a:xfrm xmlns:a="http://schemas.openxmlformats.org/drawingml/2006/main">
            <a:off x="571500" y="3028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AB14B5F-EDEB-4296-8705-88B6CE0729D3}"/>
              </a:ext>
            </a:extLst>
          </p:cNvPr>
          <p:cNvSpPr>
            <a:spLocks xmlns:a="http://schemas.openxmlformats.org/drawingml/2006/main" noGrp="1"/>
          </p:cNvSpPr>
          <p:nvPr/>
        </p:nvSpPr>
        <p:spPr>
          <a:xfrm xmlns:a="http://schemas.openxmlformats.org/drawingml/2006/main">
            <a:off x="609600" y="3048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DD15BD3C-145E-4712-894A-D628D4A973C0}"/>
              </a:ext>
            </a:extLst>
          </p:cNvPr>
          <p:cNvSpPr>
            <a:spLocks xmlns:a="http://schemas.openxmlformats.org/drawingml/2006/main" noGrp="1"/>
          </p:cNvSpPr>
          <p:nvPr/>
        </p:nvSpPr>
        <p:spPr>
          <a:xfrm xmlns:a="http://schemas.openxmlformats.org/drawingml/2006/main">
            <a:off x="1104900" y="3028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4" name="">
            <a:extLst xmlns:a="http://schemas.openxmlformats.org/drawingml/2006/main">
              <a:ext uri="{FF2B5EF4-FFF2-40B4-BE49-F238E27FC236}">
                <a16:creationId xmlns:a16="http://schemas.microsoft.com/office/drawing/2014/main" id="{93E889F7-5B09-4547-82DF-B2BC2359B45B}"/>
              </a:ext>
            </a:extLst>
          </p:cNvPr>
          <p:cNvSpPr>
            <a:spLocks xmlns:a="http://schemas.openxmlformats.org/drawingml/2006/main" noGrp="1"/>
          </p:cNvSpPr>
          <p:nvPr/>
        </p:nvSpPr>
        <p:spPr>
          <a:xfrm xmlns:a="http://schemas.openxmlformats.org/drawingml/2006/main">
            <a:off x="2343150" y="3028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5" name="">
            <a:extLst xmlns:a="http://schemas.openxmlformats.org/drawingml/2006/main">
              <a:ext uri="{FF2B5EF4-FFF2-40B4-BE49-F238E27FC236}">
                <a16:creationId xmlns:a16="http://schemas.microsoft.com/office/drawing/2014/main" id="{3E463ADD-C4DC-4DA0-8F10-5AF21742F9F3}"/>
              </a:ext>
            </a:extLst>
          </p:cNvPr>
          <p:cNvSpPr>
            <a:spLocks xmlns:a="http://schemas.openxmlformats.org/drawingml/2006/main" noGrp="1"/>
          </p:cNvSpPr>
          <p:nvPr/>
        </p:nvSpPr>
        <p:spPr>
          <a:xfrm xmlns:a="http://schemas.openxmlformats.org/drawingml/2006/main">
            <a:off x="571500" y="3409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88D5F49-10DF-4F5B-9C6A-C70DF74CE11D}"/>
              </a:ext>
            </a:extLst>
          </p:cNvPr>
          <p:cNvSpPr>
            <a:spLocks xmlns:a="http://schemas.openxmlformats.org/drawingml/2006/main" noGrp="1"/>
          </p:cNvSpPr>
          <p:nvPr/>
        </p:nvSpPr>
        <p:spPr>
          <a:xfrm xmlns:a="http://schemas.openxmlformats.org/drawingml/2006/main">
            <a:off x="609600" y="3429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4D15703F-84F1-48F7-A0ED-7BEBCDDCBEF0}"/>
              </a:ext>
            </a:extLst>
          </p:cNvPr>
          <p:cNvSpPr>
            <a:spLocks xmlns:a="http://schemas.openxmlformats.org/drawingml/2006/main" noGrp="1"/>
          </p:cNvSpPr>
          <p:nvPr/>
        </p:nvSpPr>
        <p:spPr>
          <a:xfrm xmlns:a="http://schemas.openxmlformats.org/drawingml/2006/main">
            <a:off x="1104900" y="3409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가설 생성</a:t>
            </a:r>
          </a:p>
        </p:txBody>
      </p:sp>
      <p:sp>
        <p:nvSpPr>
          <p:cNvPr id="18" name="">
            <a:extLst xmlns:a="http://schemas.openxmlformats.org/drawingml/2006/main">
              <a:ext uri="{FF2B5EF4-FFF2-40B4-BE49-F238E27FC236}">
                <a16:creationId xmlns:a16="http://schemas.microsoft.com/office/drawing/2014/main" id="{E209C297-064B-4AE6-A727-82218D59CF72}"/>
              </a:ext>
            </a:extLst>
          </p:cNvPr>
          <p:cNvSpPr>
            <a:spLocks xmlns:a="http://schemas.openxmlformats.org/drawingml/2006/main" noGrp="1"/>
          </p:cNvSpPr>
          <p:nvPr/>
        </p:nvSpPr>
        <p:spPr>
          <a:xfrm xmlns:a="http://schemas.openxmlformats.org/drawingml/2006/main">
            <a:off x="2343150" y="3409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9" name="">
            <a:extLst xmlns:a="http://schemas.openxmlformats.org/drawingml/2006/main">
              <a:ext uri="{FF2B5EF4-FFF2-40B4-BE49-F238E27FC236}">
                <a16:creationId xmlns:a16="http://schemas.microsoft.com/office/drawing/2014/main" id="{021BED3B-79A2-4D2D-BFC1-177C924A84DB}"/>
              </a:ext>
            </a:extLst>
          </p:cNvPr>
          <p:cNvSpPr>
            <a:spLocks xmlns:a="http://schemas.openxmlformats.org/drawingml/2006/main" noGrp="1"/>
          </p:cNvSpPr>
          <p:nvPr/>
        </p:nvSpPr>
        <p:spPr>
          <a:xfrm xmlns:a="http://schemas.openxmlformats.org/drawingml/2006/main">
            <a:off x="571500" y="379095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8F5C037-2343-4E21-B730-04592DA1A338}"/>
              </a:ext>
            </a:extLst>
          </p:cNvPr>
          <p:cNvSpPr>
            <a:spLocks xmlns:a="http://schemas.openxmlformats.org/drawingml/2006/main" noGrp="1"/>
          </p:cNvSpPr>
          <p:nvPr/>
        </p:nvSpPr>
        <p:spPr>
          <a:xfrm xmlns:a="http://schemas.openxmlformats.org/drawingml/2006/main">
            <a:off x="609600" y="3810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6458420E-AA1D-41E1-91AC-FFE24628C7CC}"/>
              </a:ext>
            </a:extLst>
          </p:cNvPr>
          <p:cNvSpPr>
            <a:spLocks xmlns:a="http://schemas.openxmlformats.org/drawingml/2006/main" noGrp="1"/>
          </p:cNvSpPr>
          <p:nvPr/>
        </p:nvSpPr>
        <p:spPr>
          <a:xfrm xmlns:a="http://schemas.openxmlformats.org/drawingml/2006/main">
            <a:off x="1104900" y="3790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검증·평가</a:t>
            </a:r>
          </a:p>
        </p:txBody>
      </p:sp>
      <p:sp>
        <p:nvSpPr>
          <p:cNvPr id="22" name="">
            <a:extLst xmlns:a="http://schemas.openxmlformats.org/drawingml/2006/main">
              <a:ext uri="{FF2B5EF4-FFF2-40B4-BE49-F238E27FC236}">
                <a16:creationId xmlns:a16="http://schemas.microsoft.com/office/drawing/2014/main" id="{49CF4578-9A43-48EA-92E7-4FFD2B5A9677}"/>
              </a:ext>
            </a:extLst>
          </p:cNvPr>
          <p:cNvSpPr>
            <a:spLocks xmlns:a="http://schemas.openxmlformats.org/drawingml/2006/main" noGrp="1"/>
          </p:cNvSpPr>
          <p:nvPr/>
        </p:nvSpPr>
        <p:spPr>
          <a:xfrm xmlns:a="http://schemas.openxmlformats.org/drawingml/2006/main">
            <a:off x="2343150" y="3790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3" name="">
            <a:extLst xmlns:a="http://schemas.openxmlformats.org/drawingml/2006/main">
              <a:ext uri="{FF2B5EF4-FFF2-40B4-BE49-F238E27FC236}">
                <a16:creationId xmlns:a16="http://schemas.microsoft.com/office/drawing/2014/main" id="{DED79EB1-5E6F-4179-8EB9-AEB1CC7D6B23}"/>
              </a:ext>
            </a:extLst>
          </p:cNvPr>
          <p:cNvSpPr>
            <a:spLocks xmlns:a="http://schemas.openxmlformats.org/drawingml/2006/main" noGrp="1"/>
          </p:cNvSpPr>
          <p:nvPr/>
        </p:nvSpPr>
        <p:spPr>
          <a:xfrm xmlns:a="http://schemas.openxmlformats.org/drawingml/2006/main">
            <a:off x="571500" y="4171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5D0315C-7CFF-472F-BB6C-8492ED86694D}"/>
              </a:ext>
            </a:extLst>
          </p:cNvPr>
          <p:cNvSpPr>
            <a:spLocks xmlns:a="http://schemas.openxmlformats.org/drawingml/2006/main" noGrp="1"/>
          </p:cNvSpPr>
          <p:nvPr/>
        </p:nvSpPr>
        <p:spPr>
          <a:xfrm xmlns:a="http://schemas.openxmlformats.org/drawingml/2006/main">
            <a:off x="609600" y="4191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5" name="">
            <a:extLst xmlns:a="http://schemas.openxmlformats.org/drawingml/2006/main">
              <a:ext uri="{FF2B5EF4-FFF2-40B4-BE49-F238E27FC236}">
                <a16:creationId xmlns:a16="http://schemas.microsoft.com/office/drawing/2014/main" id="{5FF1C964-B2A2-493D-9075-460014E5B2D2}"/>
              </a:ext>
            </a:extLst>
          </p:cNvPr>
          <p:cNvSpPr>
            <a:spLocks xmlns:a="http://schemas.openxmlformats.org/drawingml/2006/main" noGrp="1"/>
          </p:cNvSpPr>
          <p:nvPr/>
        </p:nvSpPr>
        <p:spPr>
          <a:xfrm xmlns:a="http://schemas.openxmlformats.org/drawingml/2006/main">
            <a:off x="1104900" y="4171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a:t>
            </a:r>
          </a:p>
        </p:txBody>
      </p:sp>
      <p:sp>
        <p:nvSpPr>
          <p:cNvPr id="26" name="">
            <a:extLst xmlns:a="http://schemas.openxmlformats.org/drawingml/2006/main">
              <a:ext uri="{FF2B5EF4-FFF2-40B4-BE49-F238E27FC236}">
                <a16:creationId xmlns:a16="http://schemas.microsoft.com/office/drawing/2014/main" id="{F1D2725E-BF1D-483C-965E-231A50180399}"/>
              </a:ext>
            </a:extLst>
          </p:cNvPr>
          <p:cNvSpPr>
            <a:spLocks xmlns:a="http://schemas.openxmlformats.org/drawingml/2006/main" noGrp="1"/>
          </p:cNvSpPr>
          <p:nvPr/>
        </p:nvSpPr>
        <p:spPr>
          <a:xfrm xmlns:a="http://schemas.openxmlformats.org/drawingml/2006/main">
            <a:off x="2343150" y="4171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후 재검색을 최대 1회 수행</a:t>
            </a:r>
          </a:p>
        </p:txBody>
      </p:sp>
      <p:sp>
        <p:nvSpPr>
          <p:cNvPr id="27" name="">
            <a:extLst xmlns:a="http://schemas.openxmlformats.org/drawingml/2006/main">
              <a:ext uri="{FF2B5EF4-FFF2-40B4-BE49-F238E27FC236}">
                <a16:creationId xmlns:a16="http://schemas.microsoft.com/office/drawing/2014/main" id="{9907793F-B9E8-4805-869A-B869C5A0471B}"/>
              </a:ext>
            </a:extLst>
          </p:cNvPr>
          <p:cNvSpPr>
            <a:spLocks xmlns:a="http://schemas.openxmlformats.org/drawingml/2006/main" noGrp="1"/>
          </p:cNvSpPr>
          <p:nvPr/>
        </p:nvSpPr>
        <p:spPr>
          <a:xfrm xmlns:a="http://schemas.openxmlformats.org/drawingml/2006/main">
            <a:off x="571500" y="4552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BEFC357C-CB5C-47BD-AB73-56544057B806}"/>
              </a:ext>
            </a:extLst>
          </p:cNvPr>
          <p:cNvSpPr>
            <a:spLocks xmlns:a="http://schemas.openxmlformats.org/drawingml/2006/main" noGrp="1"/>
          </p:cNvSpPr>
          <p:nvPr/>
        </p:nvSpPr>
        <p:spPr>
          <a:xfrm xmlns:a="http://schemas.openxmlformats.org/drawingml/2006/main">
            <a:off x="609600" y="4572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9" name="">
            <a:extLst xmlns:a="http://schemas.openxmlformats.org/drawingml/2006/main">
              <a:ext uri="{FF2B5EF4-FFF2-40B4-BE49-F238E27FC236}">
                <a16:creationId xmlns:a16="http://schemas.microsoft.com/office/drawing/2014/main" id="{7FB0C5BB-49B7-4AF6-84F4-B8065FDAD0FA}"/>
              </a:ext>
            </a:extLst>
          </p:cNvPr>
          <p:cNvSpPr>
            <a:spLocks xmlns:a="http://schemas.openxmlformats.org/drawingml/2006/main" noGrp="1"/>
          </p:cNvSpPr>
          <p:nvPr/>
        </p:nvSpPr>
        <p:spPr>
          <a:xfrm xmlns:a="http://schemas.openxmlformats.org/drawingml/2006/main">
            <a:off x="1104900" y="4552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30" name="">
            <a:extLst xmlns:a="http://schemas.openxmlformats.org/drawingml/2006/main">
              <a:ext uri="{FF2B5EF4-FFF2-40B4-BE49-F238E27FC236}">
                <a16:creationId xmlns:a16="http://schemas.microsoft.com/office/drawing/2014/main" id="{CA536630-B521-4511-8B79-EF5BF1FA871E}"/>
              </a:ext>
            </a:extLst>
          </p:cNvPr>
          <p:cNvSpPr>
            <a:spLocks xmlns:a="http://schemas.openxmlformats.org/drawingml/2006/main" noGrp="1"/>
          </p:cNvSpPr>
          <p:nvPr/>
        </p:nvSpPr>
        <p:spPr>
          <a:xfrm xmlns:a="http://schemas.openxmlformats.org/drawingml/2006/main">
            <a:off x="2343150" y="455295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31" name="">
            <a:extLst xmlns:a="http://schemas.openxmlformats.org/drawingml/2006/main">
              <a:ext uri="{FF2B5EF4-FFF2-40B4-BE49-F238E27FC236}">
                <a16:creationId xmlns:a16="http://schemas.microsoft.com/office/drawing/2014/main" id="{C6331603-B5C4-4255-9B27-209126C899FB}"/>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2" name="">
            <a:extLst xmlns:a="http://schemas.openxmlformats.org/drawingml/2006/main">
              <a:ext uri="{FF2B5EF4-FFF2-40B4-BE49-F238E27FC236}">
                <a16:creationId xmlns:a16="http://schemas.microsoft.com/office/drawing/2014/main" id="{91999C2C-E421-4B2C-B41A-0D201111FB68}"/>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3" name="">
            <a:extLst xmlns:a="http://schemas.openxmlformats.org/drawingml/2006/main">
              <a:ext uri="{FF2B5EF4-FFF2-40B4-BE49-F238E27FC236}">
                <a16:creationId xmlns:a16="http://schemas.microsoft.com/office/drawing/2014/main" id="{35361C99-6D56-4AEE-A832-D84968A13682}"/>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4" name="">
            <a:extLst xmlns:a="http://schemas.openxmlformats.org/drawingml/2006/main">
              <a:ext uri="{FF2B5EF4-FFF2-40B4-BE49-F238E27FC236}">
                <a16:creationId xmlns:a16="http://schemas.microsoft.com/office/drawing/2014/main" id="{3132AFD9-D873-4706-9CD3-663F91576C1E}"/>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5" name="">
            <a:extLst xmlns:a="http://schemas.openxmlformats.org/drawingml/2006/main">
              <a:ext uri="{FF2B5EF4-FFF2-40B4-BE49-F238E27FC236}">
                <a16:creationId xmlns:a16="http://schemas.microsoft.com/office/drawing/2014/main" id="{56C7C535-8282-4998-A19F-0FC3A4BE5D28}"/>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6" name="">
            <a:extLst xmlns:a="http://schemas.openxmlformats.org/drawingml/2006/main">
              <a:ext uri="{FF2B5EF4-FFF2-40B4-BE49-F238E27FC236}">
                <a16:creationId xmlns:a16="http://schemas.microsoft.com/office/drawing/2014/main" id="{89E2B748-F67C-41AA-BE30-214DB183D018}"/>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7" name="">
            <a:extLst xmlns:a="http://schemas.openxmlformats.org/drawingml/2006/main">
              <a:ext uri="{FF2B5EF4-FFF2-40B4-BE49-F238E27FC236}">
                <a16:creationId xmlns:a16="http://schemas.microsoft.com/office/drawing/2014/main" id="{050FADC4-4A28-416B-A3ED-5E40E86B5774}"/>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8" name="">
            <a:extLst xmlns:a="http://schemas.openxmlformats.org/drawingml/2006/main">
              <a:ext uri="{FF2B5EF4-FFF2-40B4-BE49-F238E27FC236}">
                <a16:creationId xmlns:a16="http://schemas.microsoft.com/office/drawing/2014/main" id="{A99C86DA-59A7-4ACD-AA58-97CA6C3230D0}"/>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9" name="">
            <a:extLst xmlns:a="http://schemas.openxmlformats.org/drawingml/2006/main">
              <a:ext uri="{FF2B5EF4-FFF2-40B4-BE49-F238E27FC236}">
                <a16:creationId xmlns:a16="http://schemas.microsoft.com/office/drawing/2014/main" id="{49CA5133-DB39-4D95-8429-2F37D4BE68DB}"/>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4건 처리</a:t>
            </a:r>
          </a:p>
        </p:txBody>
      </p:sp>
      <p:sp>
        <p:nvSpPr>
          <p:cNvPr id="40" name="">
            <a:extLst xmlns:a="http://schemas.openxmlformats.org/drawingml/2006/main">
              <a:ext uri="{FF2B5EF4-FFF2-40B4-BE49-F238E27FC236}">
                <a16:creationId xmlns:a16="http://schemas.microsoft.com/office/drawing/2014/main" id="{59C22003-25EA-4C26-82B6-A71F301C51D6}"/>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2건 Task 생성, 2건 ASK_USER</a:t>
            </a:r>
          </a:p>
        </p:txBody>
      </p:sp>
      <p:sp>
        <p:nvSpPr>
          <p:cNvPr id="41" name="">
            <a:extLst xmlns:a="http://schemas.openxmlformats.org/drawingml/2006/main">
              <a:ext uri="{FF2B5EF4-FFF2-40B4-BE49-F238E27FC236}">
                <a16:creationId xmlns:a16="http://schemas.microsoft.com/office/drawing/2014/main" id="{2AD13A96-DE26-49BC-A38D-A74BBFB0730B}"/>
              </a:ext>
            </a:extLst>
          </p:cNvPr>
          <p:cNvSpPr>
            <a:spLocks xmlns:a="http://schemas.openxmlformats.org/drawingml/2006/main" noGrp="1"/>
          </p:cNvSpPr>
          <p:nvPr/>
        </p:nvSpPr>
        <p:spPr>
          <a:xfrm xmlns:a="http://schemas.openxmlformats.org/drawingml/2006/main">
            <a:off x="571500" y="60579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Next Step  |  Gmail 검증 결과를 바탕으로 Outlook·Graph Adapter와 사내 인증·운영 서버로 전환</a:t>
            </a:r>
          </a:p>
        </p:txBody>
      </p:sp>
      <p:sp>
        <p:nvSpPr>
          <p:cNvPr id="42" name="">
            <a:extLst xmlns:a="http://schemas.openxmlformats.org/drawingml/2006/main">
              <a:ext uri="{FF2B5EF4-FFF2-40B4-BE49-F238E27FC236}">
                <a16:creationId xmlns:a16="http://schemas.microsoft.com/office/drawing/2014/main" id="{F6FD1984-0891-45BA-8E90-D7584B7FBCE2}"/>
              </a:ext>
            </a:extLst>
          </p:cNvPr>
          <p:cNvSpPr>
            <a:spLocks xmlns:a="http://schemas.openxmlformats.org/drawingml/2006/main" noGrp="1"/>
          </p:cNvSpPr>
          <p:nvPr/>
        </p:nvSpPr>
        <p:spPr>
          <a:xfrm xmlns:a="http://schemas.openxmlformats.org/drawingml/2006/main">
            <a:off x="571500" y="6305550"/>
            <a:ext cx="590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C73C34"/>
                </a:solidFill>
                <a:latin typeface="Malgun Gothic"/>
                <a:ea typeface="Malgun Gothic"/>
                <a:cs typeface="Malgun Gothic"/>
              </a:defRPr>
            </a:pPr>
            <a:r>
              <a:rPr sz="1050" b="1">
                <a:solidFill>
                  <a:srgbClr val="C73C34"/>
                </a:solidFill>
                <a:latin typeface="Malgun Gothic"/>
                <a:ea typeface="Malgun Gothic"/>
                <a:cs typeface="Malgun Gothic"/>
              </a:rPr>
              <a:t>실패  |  계약 위반 응답을 재시도 없이 실패 처리해 판단 4건 유실</a:t>
            </a:r>
          </a:p>
        </p:txBody>
      </p:sp>
      <p:sp>
        <p:nvSpPr>
          <p:cNvPr id="43" name="">
            <a:extLst xmlns:a="http://schemas.openxmlformats.org/drawingml/2006/main">
              <a:ext uri="{FF2B5EF4-FFF2-40B4-BE49-F238E27FC236}">
                <a16:creationId xmlns:a16="http://schemas.microsoft.com/office/drawing/2014/main" id="{8745ED2B-4A5E-41E9-A744-6699155E777C}"/>
              </a:ext>
            </a:extLst>
          </p:cNvPr>
          <p:cNvSpPr>
            <a:spLocks xmlns:a="http://schemas.openxmlformats.org/drawingml/2006/main" noGrp="1"/>
          </p:cNvSpPr>
          <p:nvPr/>
        </p:nvSpPr>
        <p:spPr>
          <a:xfrm xmlns:a="http://schemas.openxmlformats.org/drawingml/2006/main">
            <a:off x="7239000" y="6305550"/>
            <a:ext cx="438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2785989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2026-09-15T12:50:08.1350000Z</dcterms:created>
  <dcterms:modified xsi:type="dcterms:W3CDTF">2026-09-15T12:50:08.1350000Z</dcterms:modified>
</coreProperties>
</file>